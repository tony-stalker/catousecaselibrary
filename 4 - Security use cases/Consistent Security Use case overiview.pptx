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8" r:id="rId5"/>
    <p:sldId id="3708" r:id="rId6"/>
    <p:sldId id="3711" r:id="rId7"/>
    <p:sldId id="371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2E2B6-A74C-A34A-A0B5-721B5FF5D0AE}" v="2" dt="2026-04-23T12:52:48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4645"/>
  </p:normalViewPr>
  <p:slideViewPr>
    <p:cSldViewPr snapToGrid="0">
      <p:cViewPr varScale="1">
        <p:scale>
          <a:sx n="113" d="100"/>
          <a:sy n="113" d="100"/>
        </p:scale>
        <p:origin x="6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Huggins" userId="c4f6da8f-7feb-47d3-883f-6d22cf7f492d" providerId="ADAL" clId="{843548F4-5DD4-59BB-B8FE-5C2F1230FDFA}"/>
    <pc:docChg chg="undo custSel addSld delSld modSld sldOrd">
      <pc:chgData name="Aaron Huggins" userId="c4f6da8f-7feb-47d3-883f-6d22cf7f492d" providerId="ADAL" clId="{843548F4-5DD4-59BB-B8FE-5C2F1230FDFA}" dt="2026-04-23T12:52:48.820" v="52"/>
      <pc:docMkLst>
        <pc:docMk/>
      </pc:docMkLst>
      <pc:sldChg chg="add del ord">
        <pc:chgData name="Aaron Huggins" userId="c4f6da8f-7feb-47d3-883f-6d22cf7f492d" providerId="ADAL" clId="{843548F4-5DD4-59BB-B8FE-5C2F1230FDFA}" dt="2026-04-23T12:52:48.820" v="52"/>
        <pc:sldMkLst>
          <pc:docMk/>
          <pc:sldMk cId="2747892535" sldId="21474725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emf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emf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2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Consistent Security</a:t>
            </a: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Visibility of network and central policy driven security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cs typeface="Calibri"/>
              </a:rPr>
              <a:t>Consistent security policy for any and all devices/users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7FFC9-E698-6936-5341-493C7A2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249684"/>
            <a:ext cx="11561105" cy="424732"/>
          </a:xfrm>
        </p:spPr>
        <p:txBody>
          <a:bodyPr/>
          <a:lstStyle/>
          <a:p>
            <a:r>
              <a:rPr lang="en-US" dirty="0">
                <a:cs typeface="Calibri"/>
              </a:rPr>
              <a:t>Business objective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051145-21E8-47F6-BBCA-EF75971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26795"/>
            <a:ext cx="8626475" cy="840230"/>
          </a:xfrm>
        </p:spPr>
        <p:txBody>
          <a:bodyPr/>
          <a:lstStyle/>
          <a:p>
            <a:r>
              <a:rPr lang="en-US" dirty="0"/>
              <a:t>Consistent Security	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FD940-E0AB-4011-8B15-F575C0A45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D0FA98-4566-4E9D-8CA9-507C68C9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1D187-D362-4B73-AD63-B3D432410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Benefits </a:t>
            </a:r>
          </a:p>
          <a:p>
            <a:r>
              <a:rPr lang="en-US" dirty="0"/>
              <a:t>Reduce operational complexity</a:t>
            </a:r>
          </a:p>
          <a:p>
            <a:r>
              <a:rPr lang="en-US" dirty="0"/>
              <a:t>IDP driven policy membership</a:t>
            </a:r>
          </a:p>
          <a:p>
            <a:r>
              <a:rPr lang="en-US" dirty="0"/>
              <a:t>Increased security and reduce the threat landscape using ZTNA principles </a:t>
            </a:r>
          </a:p>
          <a:p>
            <a:r>
              <a:rPr lang="en-US" dirty="0"/>
              <a:t>Consolidation of SD-WAN and Security point solutions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Description</a:t>
            </a:r>
          </a:p>
          <a:p>
            <a:r>
              <a:rPr lang="en-US" dirty="0"/>
              <a:t>Configure global policies based on user groups and device posture profiles</a:t>
            </a:r>
          </a:p>
          <a:p>
            <a:r>
              <a:rPr lang="en-US" dirty="0"/>
              <a:t>Demonstrate advanced threat protection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9D08E8-AF6A-4C26-A003-EE4EC2011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Consistent Security – Configured once, applied everywhere</a:t>
            </a:r>
          </a:p>
        </p:txBody>
      </p:sp>
    </p:spTree>
    <p:extLst>
      <p:ext uri="{BB962C8B-B14F-4D97-AF65-F5344CB8AC3E}">
        <p14:creationId xmlns:p14="http://schemas.microsoft.com/office/powerpoint/2010/main" val="176253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DB39A-F804-9585-1C43-789958AA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846D391-1F38-7C45-14F4-1D9116F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41C616-8E77-32D1-8D7A-89C6057A1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A111DC-A909-6664-DE2E-8CF5575968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Consistent Security – Configured once, applied everywhere</a:t>
            </a:r>
          </a:p>
        </p:txBody>
      </p:sp>
    </p:spTree>
    <p:extLst>
      <p:ext uri="{BB962C8B-B14F-4D97-AF65-F5344CB8AC3E}">
        <p14:creationId xmlns:p14="http://schemas.microsoft.com/office/powerpoint/2010/main" val="266240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6.potx" id="{C0F50A09-C38A-4BC0-AD93-17F5AD48579C}" vid="{DC00E7B4-0CF7-47E3-99ED-6FD79A8958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5da3514-3b6b-4ccd-bd93-9b0746cba409">
      <UserInfo>
        <DisplayName>Sharon Halbani</DisplayName>
        <AccountId>832</AccountId>
        <AccountType/>
      </UserInfo>
    </SharedWithUsers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  <Manager_x0020_Name xmlns="59af04aa-14d6-4764-88c2-31407ba52b8d" xsi:nil="true"/>
    <Full_x0020_Name xmlns="59af04aa-14d6-4764-88c2-31407ba52b8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2" ma:contentTypeDescription="Create a new document." ma:contentTypeScope="" ma:versionID="2a5be53b095fe5f2c3f270eac2e82b16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1573f9c29841bbcb0b7ecf2d122902d7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  <xsd:element ref="ns2:Full_x0020_Name" minOccurs="0"/>
                <xsd:element ref="ns2:Manager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ull_x0020_Name" ma:index="27" nillable="true" ma:displayName="Full Name" ma:internalName="Full_x0020_Name">
      <xsd:simpleType>
        <xsd:restriction base="dms:Text">
          <xsd:maxLength value="255"/>
        </xsd:restriction>
      </xsd:simpleType>
    </xsd:element>
    <xsd:element name="Manager_x0020_Name" ma:index="28" nillable="true" ma:displayName="Manager Name" ma:internalName="Manager_x0020_Nam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48E23FD-1D3C-4B77-BD11-3F1EF586A9C7}">
  <ds:schemaRefs>
    <ds:schemaRef ds:uri="http://schemas.microsoft.com/office/2006/documentManagement/types"/>
    <ds:schemaRef ds:uri="59af04aa-14d6-4764-88c2-31407ba52b8d"/>
    <ds:schemaRef ds:uri="http://www.w3.org/XML/1998/namespace"/>
    <ds:schemaRef ds:uri="http://schemas.microsoft.com/office/2006/metadata/properti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d5da3514-3b6b-4ccd-bd93-9b0746cba40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1ACA808-F400-4B06-B755-71D9696267A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7303</TotalTime>
  <Words>89</Words>
  <Application>Microsoft Macintosh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Office Theme</vt:lpstr>
      <vt:lpstr>Business objective overview</vt:lpstr>
      <vt:lpstr>Consistent Security </vt:lpstr>
      <vt:lpstr>Use case 2</vt:lpstr>
      <vt:lpstr>How 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Aaron Huggins</cp:lastModifiedBy>
  <cp:revision>2</cp:revision>
  <dcterms:created xsi:type="dcterms:W3CDTF">2024-09-17T11:17:58Z</dcterms:created>
  <dcterms:modified xsi:type="dcterms:W3CDTF">2026-04-23T12:52:55Z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