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2" r:id="rId5"/>
    <p:sldMasterId id="2147483699" r:id="rId6"/>
  </p:sldMasterIdLst>
  <p:notesMasterIdLst>
    <p:notesMasterId r:id="rId13"/>
  </p:notesMasterIdLst>
  <p:sldIdLst>
    <p:sldId id="292" r:id="rId7"/>
    <p:sldId id="2147471934" r:id="rId8"/>
    <p:sldId id="2147471938" r:id="rId9"/>
    <p:sldId id="2147471760" r:id="rId10"/>
    <p:sldId id="2147471936" r:id="rId11"/>
    <p:sldId id="26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FFF"/>
    <a:srgbClr val="D9FA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6055" autoAdjust="0"/>
  </p:normalViewPr>
  <p:slideViewPr>
    <p:cSldViewPr snapToGrid="0">
      <p:cViewPr>
        <p:scale>
          <a:sx n="120" d="100"/>
          <a:sy n="120" d="100"/>
        </p:scale>
        <p:origin x="448" y="-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etal Patel" userId="451c1da3-96ce-428c-a528-e49eed0b5649" providerId="ADAL" clId="{573F609C-8811-495C-900F-70CAE0E13A2D}"/>
    <pc:docChg chg="modSld">
      <pc:chgData name="Seetal Patel" userId="451c1da3-96ce-428c-a528-e49eed0b5649" providerId="ADAL" clId="{573F609C-8811-495C-900F-70CAE0E13A2D}" dt="2025-11-29T21:59:24.932" v="13" actId="20577"/>
      <pc:docMkLst>
        <pc:docMk/>
      </pc:docMkLst>
      <pc:sldChg chg="modSp mod">
        <pc:chgData name="Seetal Patel" userId="451c1da3-96ce-428c-a528-e49eed0b5649" providerId="ADAL" clId="{573F609C-8811-495C-900F-70CAE0E13A2D}" dt="2025-11-29T21:59:09.764" v="0" actId="20577"/>
        <pc:sldMkLst>
          <pc:docMk/>
          <pc:sldMk cId="2100258810" sldId="2147471934"/>
        </pc:sldMkLst>
        <pc:spChg chg="mod">
          <ac:chgData name="Seetal Patel" userId="451c1da3-96ce-428c-a528-e49eed0b5649" providerId="ADAL" clId="{573F609C-8811-495C-900F-70CAE0E13A2D}" dt="2025-11-29T21:59:09.764" v="0" actId="20577"/>
          <ac:spMkLst>
            <pc:docMk/>
            <pc:sldMk cId="2100258810" sldId="2147471934"/>
            <ac:spMk id="3" creationId="{797D9DE7-C92F-75D8-D84F-40146F21A97A}"/>
          </ac:spMkLst>
        </pc:spChg>
      </pc:sldChg>
      <pc:sldChg chg="modSp mod">
        <pc:chgData name="Seetal Patel" userId="451c1da3-96ce-428c-a528-e49eed0b5649" providerId="ADAL" clId="{573F609C-8811-495C-900F-70CAE0E13A2D}" dt="2025-11-29T21:59:24.932" v="13" actId="20577"/>
        <pc:sldMkLst>
          <pc:docMk/>
          <pc:sldMk cId="1596923108" sldId="2147471936"/>
        </pc:sldMkLst>
        <pc:spChg chg="mod">
          <ac:chgData name="Seetal Patel" userId="451c1da3-96ce-428c-a528-e49eed0b5649" providerId="ADAL" clId="{573F609C-8811-495C-900F-70CAE0E13A2D}" dt="2025-11-29T21:59:24.932" v="13" actId="20577"/>
          <ac:spMkLst>
            <pc:docMk/>
            <pc:sldMk cId="1596923108" sldId="2147471936"/>
            <ac:spMk id="3" creationId="{03581A72-4507-35DF-5638-34DB0D0B00F9}"/>
          </ac:spMkLst>
        </pc:spChg>
      </pc:sldChg>
      <pc:sldChg chg="modSp mod">
        <pc:chgData name="Seetal Patel" userId="451c1da3-96ce-428c-a528-e49eed0b5649" providerId="ADAL" clId="{573F609C-8811-495C-900F-70CAE0E13A2D}" dt="2025-11-29T21:59:14.124" v="1" actId="20577"/>
        <pc:sldMkLst>
          <pc:docMk/>
          <pc:sldMk cId="3489339266" sldId="2147471938"/>
        </pc:sldMkLst>
        <pc:spChg chg="mod">
          <ac:chgData name="Seetal Patel" userId="451c1da3-96ce-428c-a528-e49eed0b5649" providerId="ADAL" clId="{573F609C-8811-495C-900F-70CAE0E13A2D}" dt="2025-11-29T21:59:14.124" v="1" actId="20577"/>
          <ac:spMkLst>
            <pc:docMk/>
            <pc:sldMk cId="3489339266" sldId="2147471938"/>
            <ac:spMk id="3" creationId="{3AC13835-F0FB-51DD-CA30-7894C4E18B0D}"/>
          </ac:spMkLst>
        </pc:spChg>
      </pc:sldChg>
    </pc:docChg>
  </pc:docChgLst>
  <pc:docChgLst>
    <pc:chgData name="Aaron Huggins" userId="c4f6da8f-7feb-47d3-883f-6d22cf7f492d" providerId="ADAL" clId="{843548F4-5DD4-59BB-B8FE-5C2F1230FDFA}"/>
    <pc:docChg chg="modSld">
      <pc:chgData name="Aaron Huggins" userId="c4f6da8f-7feb-47d3-883f-6d22cf7f492d" providerId="ADAL" clId="{843548F4-5DD4-59BB-B8FE-5C2F1230FDFA}" dt="2025-12-02T15:06:50.719" v="1" actId="20577"/>
      <pc:docMkLst>
        <pc:docMk/>
      </pc:docMkLst>
      <pc:sldChg chg="modSp mod">
        <pc:chgData name="Aaron Huggins" userId="c4f6da8f-7feb-47d3-883f-6d22cf7f492d" providerId="ADAL" clId="{843548F4-5DD4-59BB-B8FE-5C2F1230FDFA}" dt="2025-12-02T15:06:50.719" v="1" actId="20577"/>
        <pc:sldMkLst>
          <pc:docMk/>
          <pc:sldMk cId="1596923108" sldId="2147471936"/>
        </pc:sldMkLst>
        <pc:graphicFrameChg chg="modGraphic">
          <ac:chgData name="Aaron Huggins" userId="c4f6da8f-7feb-47d3-883f-6d22cf7f492d" providerId="ADAL" clId="{843548F4-5DD4-59BB-B8FE-5C2F1230FDFA}" dt="2025-12-02T15:06:50.719" v="1" actId="20577"/>
          <ac:graphicFrameMkLst>
            <pc:docMk/>
            <pc:sldMk cId="1596923108" sldId="2147471936"/>
            <ac:graphicFrameMk id="4" creationId="{DEAA8776-F514-B233-9E17-C41A45A247A2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57CB17-974E-494A-9109-E30C7318F43A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F026F-5CEC-4793-872F-B7F99F4A2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5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fld id="{BC73CCCE-F0E5-FB45-A2C2-83BB2548603C}" type="slidenum">
              <a:rPr lang="en-IL" smtClean="0"/>
              <a:pPr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2798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F026F-5CEC-4793-872F-B7F99F4A2D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769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F026F-5CEC-4793-872F-B7F99F4A2D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2391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914525" y="317500"/>
            <a:ext cx="3181350" cy="17907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524107" y="2252663"/>
            <a:ext cx="5910147" cy="6432550"/>
          </a:xfrm>
        </p:spPr>
        <p:txBody>
          <a:bodyPr/>
          <a:lstStyle/>
          <a:p>
            <a:pPr marL="174708" indent="-174708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ADEB05-5168-4175-A66F-2235235D7F1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27270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F026F-5CEC-4793-872F-B7F99F4A2D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3501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emf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emf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hyperlink" Target="https://www.facebook.com/CatoNetworks/" TargetMode="External"/><Relationship Id="rId7" Type="http://schemas.openxmlformats.org/officeDocument/2006/relationships/hyperlink" Target="https://twitter.com/CatoNetworks" TargetMode="External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1.emf"/><Relationship Id="rId5" Type="http://schemas.openxmlformats.org/officeDocument/2006/relationships/hyperlink" Target="https://www.linkedin.com/company/cato-networks/" TargetMode="External"/><Relationship Id="rId4" Type="http://schemas.openxmlformats.org/officeDocument/2006/relationships/image" Target="../media/image30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4.png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emf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emf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3" Type="http://schemas.openxmlformats.org/officeDocument/2006/relationships/hyperlink" Target="https://www.facebook.com/CatoNetworks/" TargetMode="External"/><Relationship Id="rId7" Type="http://schemas.openxmlformats.org/officeDocument/2006/relationships/hyperlink" Target="https://twitter.com/CatoNetworks" TargetMode="External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1.emf"/><Relationship Id="rId5" Type="http://schemas.openxmlformats.org/officeDocument/2006/relationships/hyperlink" Target="https://www.linkedin.com/company/cato-networks/" TargetMode="External"/><Relationship Id="rId4" Type="http://schemas.openxmlformats.org/officeDocument/2006/relationships/image" Target="../media/image30.em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1.png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40.png"/><Relationship Id="rId5" Type="http://schemas.openxmlformats.org/officeDocument/2006/relationships/image" Target="../media/image43.png"/><Relationship Id="rId4" Type="http://schemas.microsoft.com/office/2007/relationships/hdphoto" Target="../media/hdphoto2.wdp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emf"/><Relationship Id="rId21" Type="http://schemas.openxmlformats.org/officeDocument/2006/relationships/image" Target="../media/image2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emf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Relationship Id="rId22" Type="http://schemas.openxmlformats.org/officeDocument/2006/relationships/image" Target="../media/image26.png"/></Relationships>
</file>

<file path=ppt/slideLayouts/_rels/slideLayout4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microsoft.com/office/2007/relationships/hdphoto" Target="../media/hdphoto2.wdp"/><Relationship Id="rId7" Type="http://schemas.openxmlformats.org/officeDocument/2006/relationships/hyperlink" Target="https://www.linkedin.com/company/cato-networks/" TargetMode="External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0.emf"/><Relationship Id="rId5" Type="http://schemas.openxmlformats.org/officeDocument/2006/relationships/hyperlink" Target="https://www.facebook.com/CatoNetworks/" TargetMode="External"/><Relationship Id="rId10" Type="http://schemas.openxmlformats.org/officeDocument/2006/relationships/image" Target="../media/image32.emf"/><Relationship Id="rId4" Type="http://schemas.openxmlformats.org/officeDocument/2006/relationships/image" Target="../media/image29.png"/><Relationship Id="rId9" Type="http://schemas.openxmlformats.org/officeDocument/2006/relationships/hyperlink" Target="https://twitter.com/CatoNetworks" TargetMode="Externa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svg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3.png"/><Relationship Id="rId4" Type="http://schemas.openxmlformats.org/officeDocument/2006/relationships/image" Target="../media/image40.png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0BC0D-94C3-40D0-9E20-4DAC94B1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395E8-8E25-4945-9EE5-D8B4D541F3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5747591-AC59-42CB-980E-33E4403291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365760"/>
            <a:ext cx="1290196" cy="643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6E0CF3-E19D-4C66-B453-5E0745350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831533"/>
            <a:ext cx="9144000" cy="840230"/>
          </a:xfrm>
        </p:spPr>
        <p:txBody>
          <a:bodyPr anchor="b"/>
          <a:lstStyle>
            <a:lvl1pPr algn="l">
              <a:defRPr sz="54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A7E2-CF45-41D8-8207-D721E228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F9BFF-2202-4316-A54D-EEEA13FD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06307-D548-4EC6-A4B3-D564B330A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037674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11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A7C3-FC47-4BCB-B69A-CE0BC45A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78898"/>
            <a:ext cx="8626475" cy="158812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D9269-4020-4E58-8F2C-41611893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9401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0BE1E-A2C1-4029-AD84-B27BB3A9B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92F3-9A58-4CAD-B7AD-FBE2801F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9D194-10F0-45C8-BC3A-1F67F39B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18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98703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4208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FBE3-E447-4593-9D29-D23F9A03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F121-D797-47D5-BB5B-C41FCD77B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219" y="1294662"/>
            <a:ext cx="56483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CE33C-15E7-463B-A719-8F944C6C7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94662"/>
            <a:ext cx="5648324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F29A0-F316-43B3-80F3-F7D94E2CA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DE97A-4292-4901-A47C-4EE328B1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3935-AEC7-41F5-8E50-FD4AAC1F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923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7E0835-8031-4C40-B644-960ED469D8DD}"/>
              </a:ext>
            </a:extLst>
          </p:cNvPr>
          <p:cNvGrpSpPr/>
          <p:nvPr userDrawn="1"/>
        </p:nvGrpSpPr>
        <p:grpSpPr>
          <a:xfrm>
            <a:off x="9994965" y="1461676"/>
            <a:ext cx="1790875" cy="1548151"/>
            <a:chOff x="9994965" y="1461676"/>
            <a:chExt cx="1790875" cy="1548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6116BF-2E29-406D-A91D-3290ACCD0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25051" y="1461676"/>
              <a:ext cx="1112760" cy="54626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16D192-6281-462B-B727-03EA6907AE5D}"/>
                </a:ext>
              </a:extLst>
            </p:cNvPr>
            <p:cNvSpPr txBox="1"/>
            <p:nvPr/>
          </p:nvSpPr>
          <p:spPr>
            <a:xfrm>
              <a:off x="9994965" y="2071108"/>
              <a:ext cx="1790875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27958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Flexible Management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Self-service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Co-managed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Fully managed</a:t>
              </a:r>
            </a:p>
          </p:txBody>
        </p:sp>
      </p:grpSp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5C4FA2-CF25-4C5B-B790-A37E65684E54}"/>
              </a:ext>
            </a:extLst>
          </p:cNvPr>
          <p:cNvGrpSpPr/>
          <p:nvPr userDrawn="1"/>
        </p:nvGrpSpPr>
        <p:grpSpPr>
          <a:xfrm>
            <a:off x="6144482" y="1408394"/>
            <a:ext cx="2649460" cy="1585140"/>
            <a:chOff x="5328375" y="1408394"/>
            <a:chExt cx="2649460" cy="158514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E07D88-863E-41D5-B2D0-E0766BEF8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 flipH="1">
              <a:off x="5328375" y="1554246"/>
              <a:ext cx="783699" cy="1439288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B577DC2-85F9-439D-8DE9-DA8FBBBC7409}"/>
                </a:ext>
              </a:extLst>
            </p:cNvPr>
            <p:cNvGrpSpPr/>
            <p:nvPr/>
          </p:nvGrpSpPr>
          <p:grpSpPr>
            <a:xfrm>
              <a:off x="6058720" y="1408394"/>
              <a:ext cx="1919115" cy="963318"/>
              <a:chOff x="5942039" y="1446816"/>
              <a:chExt cx="1919115" cy="963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4F8EDE0-6194-4DFE-BA35-0BADF5A23707}"/>
                  </a:ext>
                </a:extLst>
              </p:cNvPr>
              <p:cNvSpPr/>
              <p:nvPr/>
            </p:nvSpPr>
            <p:spPr>
              <a:xfrm>
                <a:off x="5942039" y="1446816"/>
                <a:ext cx="864339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NG Firewall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3FEBEA4-A290-4E1F-B15F-01FCD9D072A0}"/>
                  </a:ext>
                </a:extLst>
              </p:cNvPr>
              <p:cNvSpPr/>
              <p:nvPr/>
            </p:nvSpPr>
            <p:spPr>
              <a:xfrm>
                <a:off x="5942039" y="1663884"/>
                <a:ext cx="1468672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Secure Web Gateway 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C0677C-6501-402E-8743-5216F26791D2}"/>
                  </a:ext>
                </a:extLst>
              </p:cNvPr>
              <p:cNvSpPr/>
              <p:nvPr/>
            </p:nvSpPr>
            <p:spPr>
              <a:xfrm>
                <a:off x="5942039" y="1911367"/>
                <a:ext cx="191911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Advanced Threat Prevention  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58A31F-BAD3-446B-9F98-881F167E169B}"/>
                  </a:ext>
                </a:extLst>
              </p:cNvPr>
              <p:cNvSpPr/>
              <p:nvPr/>
            </p:nvSpPr>
            <p:spPr>
              <a:xfrm>
                <a:off x="5942039" y="2136276"/>
                <a:ext cx="172675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and Mobile Security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59527F-F9D2-44F8-954C-11137634E415}"/>
              </a:ext>
            </a:extLst>
          </p:cNvPr>
          <p:cNvGrpSpPr/>
          <p:nvPr userDrawn="1"/>
        </p:nvGrpSpPr>
        <p:grpSpPr>
          <a:xfrm>
            <a:off x="3659831" y="1408394"/>
            <a:ext cx="2464573" cy="1585140"/>
            <a:chOff x="2843724" y="1408394"/>
            <a:chExt cx="2464573" cy="158514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D68E4D2-81C4-43FC-8BB1-AC87C1BBEA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>
              <a:off x="4524598" y="1554246"/>
              <a:ext cx="783699" cy="1439288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D75136-6A4F-41ED-8CC5-5FCFC92498DF}"/>
                </a:ext>
              </a:extLst>
            </p:cNvPr>
            <p:cNvGrpSpPr/>
            <p:nvPr/>
          </p:nvGrpSpPr>
          <p:grpSpPr>
            <a:xfrm>
              <a:off x="2843724" y="1408394"/>
              <a:ext cx="1747594" cy="963318"/>
              <a:chOff x="2640072" y="1434290"/>
              <a:chExt cx="1747594" cy="96331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86F1819-A363-4938-9651-91C834CD94C8}"/>
                  </a:ext>
                </a:extLst>
              </p:cNvPr>
              <p:cNvSpPr/>
              <p:nvPr/>
            </p:nvSpPr>
            <p:spPr>
              <a:xfrm>
                <a:off x="3066470" y="1434290"/>
                <a:ext cx="1321196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Optimization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00F7753-7FA0-4EC3-84DB-F37A2A8ACD7E}"/>
                  </a:ext>
                </a:extLst>
              </p:cNvPr>
              <p:cNvSpPr/>
              <p:nvPr/>
            </p:nvSpPr>
            <p:spPr>
              <a:xfrm>
                <a:off x="3096928" y="1651358"/>
                <a:ext cx="1290738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WAN Optimization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9D292F-BA87-4BD0-864E-A321B92DE6A0}"/>
                  </a:ext>
                </a:extLst>
              </p:cNvPr>
              <p:cNvSpPr/>
              <p:nvPr/>
            </p:nvSpPr>
            <p:spPr>
              <a:xfrm>
                <a:off x="2640072" y="1898841"/>
                <a:ext cx="1747594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Global Route Optimization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7FCAE52-A4B2-4BB3-B7C6-C4C66C5A4C76}"/>
                  </a:ext>
                </a:extLst>
              </p:cNvPr>
              <p:cNvSpPr/>
              <p:nvPr/>
            </p:nvSpPr>
            <p:spPr>
              <a:xfrm>
                <a:off x="2752283" y="2123750"/>
                <a:ext cx="1635383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Self-healing Architecture</a:t>
                </a:r>
              </a:p>
            </p:txBody>
          </p:sp>
        </p:grp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0D43E9A2-20C8-4031-B969-EFBA0E6C4B8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1510" y="3083940"/>
            <a:ext cx="6045866" cy="102246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46D4916-A549-45D5-90FE-E35F46D5FEB3}"/>
              </a:ext>
            </a:extLst>
          </p:cNvPr>
          <p:cNvGrpSpPr/>
          <p:nvPr userDrawn="1"/>
        </p:nvGrpSpPr>
        <p:grpSpPr>
          <a:xfrm>
            <a:off x="1453471" y="2069038"/>
            <a:ext cx="2336333" cy="1811732"/>
            <a:chOff x="2285868" y="3762352"/>
            <a:chExt cx="1885286" cy="146196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BA8495D-B394-4B9B-AD2C-2C27E3E3DE96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68" y="4546943"/>
              <a:ext cx="462556" cy="316356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0E61C5-6FF5-40BE-8FAC-45DE3F69C6C8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08" y="4467929"/>
              <a:ext cx="923980" cy="442685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19B2C3A-C0D0-4E44-8C2D-2F7D48A7F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07072" y="4303678"/>
              <a:ext cx="409034" cy="256090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6997227-5BCC-46C6-B532-74516A38929D}"/>
                </a:ext>
              </a:extLst>
            </p:cNvPr>
            <p:cNvCxnSpPr/>
            <p:nvPr/>
          </p:nvCxnSpPr>
          <p:spPr>
            <a:xfrm flipH="1">
              <a:off x="3750602" y="4546943"/>
              <a:ext cx="190681" cy="2860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1AE1DD8-F717-4B3E-B160-DFC024D4D4C8}"/>
                </a:ext>
              </a:extLst>
            </p:cNvPr>
            <p:cNvCxnSpPr/>
            <p:nvPr/>
          </p:nvCxnSpPr>
          <p:spPr>
            <a:xfrm>
              <a:off x="3690606" y="4178339"/>
              <a:ext cx="0" cy="684960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A378109-B75F-4C57-95D0-BD7C1A6C9BAF}"/>
                </a:ext>
              </a:extLst>
            </p:cNvPr>
            <p:cNvCxnSpPr/>
            <p:nvPr/>
          </p:nvCxnSpPr>
          <p:spPr>
            <a:xfrm>
              <a:off x="3460923" y="4000903"/>
              <a:ext cx="207340" cy="87973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3C1737-B062-4C09-B85E-DF3364358B7D}"/>
                </a:ext>
              </a:extLst>
            </p:cNvPr>
            <p:cNvCxnSpPr>
              <a:cxnSpLocks/>
            </p:cNvCxnSpPr>
            <p:nvPr/>
          </p:nvCxnSpPr>
          <p:spPr>
            <a:xfrm>
              <a:off x="3080194" y="4068225"/>
              <a:ext cx="566401" cy="799408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8F5F7F0-8796-4CBF-8136-76927590A288}"/>
                </a:ext>
              </a:extLst>
            </p:cNvPr>
            <p:cNvCxnSpPr/>
            <p:nvPr/>
          </p:nvCxnSpPr>
          <p:spPr>
            <a:xfrm>
              <a:off x="2948876" y="4766983"/>
              <a:ext cx="645715" cy="1613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02816-B12B-4C98-9097-348318F06B46}"/>
                </a:ext>
              </a:extLst>
            </p:cNvPr>
            <p:cNvCxnSpPr/>
            <p:nvPr/>
          </p:nvCxnSpPr>
          <p:spPr>
            <a:xfrm flipV="1">
              <a:off x="3235573" y="4954306"/>
              <a:ext cx="341683" cy="82882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13E5A94-F649-4324-B080-F739A32EC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0243" y="3965009"/>
              <a:ext cx="439090" cy="29139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F8263A5-5F0F-4BE3-B074-981920398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47511" y="4345864"/>
              <a:ext cx="423643" cy="26523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F32977F-0D9C-4F91-B5D9-98EB59874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6052" y="3762352"/>
              <a:ext cx="596783" cy="37575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AABE23A-79C4-4ABE-BF83-B7E260097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62961" y="4586038"/>
              <a:ext cx="648357" cy="25418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3CD6DAC-F1A0-40FD-B91F-8A8924D6B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58803" y="4863299"/>
              <a:ext cx="515738" cy="361016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F36D387-1BFC-4229-A7CD-F005BE83A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50940" y="3814611"/>
              <a:ext cx="364701" cy="232082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CBBB2CB-1950-4371-82C1-4BAA08E94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85868" y="4155913"/>
              <a:ext cx="519742" cy="32599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9C39A0E-4BCE-4E3E-A11D-B411C2177141}"/>
              </a:ext>
            </a:extLst>
          </p:cNvPr>
          <p:cNvGrpSpPr/>
          <p:nvPr userDrawn="1"/>
        </p:nvGrpSpPr>
        <p:grpSpPr>
          <a:xfrm>
            <a:off x="1444938" y="3599432"/>
            <a:ext cx="5416190" cy="2052950"/>
            <a:chOff x="628831" y="3599432"/>
            <a:chExt cx="5416190" cy="205295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058DF4D-A6CC-4994-8F97-D36C2DB64797}"/>
                </a:ext>
              </a:extLst>
            </p:cNvPr>
            <p:cNvGrpSpPr/>
            <p:nvPr/>
          </p:nvGrpSpPr>
          <p:grpSpPr>
            <a:xfrm>
              <a:off x="628831" y="3599432"/>
              <a:ext cx="5160945" cy="2052950"/>
              <a:chOff x="2341995" y="4494588"/>
              <a:chExt cx="4164579" cy="165661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AC816E0-4084-4403-B54D-14F777C64975}"/>
                  </a:ext>
                </a:extLst>
              </p:cNvPr>
              <p:cNvGrpSpPr/>
              <p:nvPr/>
            </p:nvGrpSpPr>
            <p:grpSpPr>
              <a:xfrm>
                <a:off x="2341995" y="4494588"/>
                <a:ext cx="4164579" cy="1656610"/>
                <a:chOff x="2341995" y="4494588"/>
                <a:chExt cx="4164579" cy="1656610"/>
              </a:xfrm>
            </p:grpSpPr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564F05D9-C16C-4EDA-BAB3-B2FEA0F61437}"/>
                    </a:ext>
                  </a:extLst>
                </p:cNvPr>
                <p:cNvCxnSpPr/>
                <p:nvPr/>
              </p:nvCxnSpPr>
              <p:spPr>
                <a:xfrm>
                  <a:off x="6018415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0AB86A45-2D58-45E4-94DD-F3FABE3706A2}"/>
                    </a:ext>
                  </a:extLst>
                </p:cNvPr>
                <p:cNvCxnSpPr/>
                <p:nvPr/>
              </p:nvCxnSpPr>
              <p:spPr>
                <a:xfrm>
                  <a:off x="5964382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44982D4-26EF-4689-9836-5C21CFAAD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1102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2E81B59E-2A69-4D75-9196-CECB0CB8C0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60073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B1D61435-8977-4818-A1D4-B336B124B5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25972" y="5539528"/>
                  <a:ext cx="386803" cy="386803"/>
                </a:xfrm>
                <a:prstGeom prst="rect">
                  <a:avLst/>
                </a:prstGeom>
              </p:spPr>
            </p:pic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E8384B4-8B54-421C-8F43-7E3BB4C220C7}"/>
                    </a:ext>
                  </a:extLst>
                </p:cNvPr>
                <p:cNvSpPr txBox="1"/>
                <p:nvPr/>
              </p:nvSpPr>
              <p:spPr>
                <a:xfrm>
                  <a:off x="2341995" y="5902840"/>
                  <a:ext cx="558701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Branch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DA958BE-C6C2-4408-90C7-ACC88A4BC70B}"/>
                    </a:ext>
                  </a:extLst>
                </p:cNvPr>
                <p:cNvSpPr txBox="1"/>
                <p:nvPr/>
              </p:nvSpPr>
              <p:spPr>
                <a:xfrm rot="18900000">
                  <a:off x="2906463" y="4800777"/>
                  <a:ext cx="627829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A6D93F8-6CB3-4384-9D3E-AA47CB4F2280}"/>
                    </a:ext>
                  </a:extLst>
                </p:cNvPr>
                <p:cNvSpPr txBox="1"/>
                <p:nvPr/>
              </p:nvSpPr>
              <p:spPr>
                <a:xfrm>
                  <a:off x="5703862" y="5902840"/>
                  <a:ext cx="802712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Datacenter</a:t>
                  </a:r>
                </a:p>
              </p:txBody>
            </p:sp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0AB60BBF-0970-4DE8-8C1A-4E70D5D92C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09005" y="5539528"/>
                  <a:ext cx="386803" cy="386803"/>
                </a:xfrm>
                <a:prstGeom prst="rect">
                  <a:avLst/>
                </a:prstGeom>
              </p:spPr>
            </p:pic>
            <p:pic>
              <p:nvPicPr>
                <p:cNvPr id="70" name="Picture 69">
                  <a:extLst>
                    <a:ext uri="{FF2B5EF4-FFF2-40B4-BE49-F238E27FC236}">
                      <a16:creationId xmlns:a16="http://schemas.microsoft.com/office/drawing/2014/main" id="{1E9FBCE4-3F3A-443F-A8F3-AB6D10AC3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6637" y="5257377"/>
                  <a:ext cx="504052" cy="232082"/>
                </a:xfrm>
                <a:prstGeom prst="rect">
                  <a:avLst/>
                </a:prstGeom>
              </p:spPr>
            </p:pic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691102DE-4793-49F8-9F4A-E1BE85C1FB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1153" y="5257377"/>
                  <a:ext cx="504052" cy="232082"/>
                </a:xfrm>
                <a:prstGeom prst="rect">
                  <a:avLst/>
                </a:prstGeom>
              </p:spPr>
            </p:pic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EA6B87B-1EC6-4579-B591-BEE9103EBDDE}"/>
                  </a:ext>
                </a:extLst>
              </p:cNvPr>
              <p:cNvSpPr txBox="1"/>
              <p:nvPr/>
            </p:nvSpPr>
            <p:spPr>
              <a:xfrm>
                <a:off x="3149296" y="5472835"/>
                <a:ext cx="149067" cy="248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3606AB8-DE73-4D03-A34B-1DACEDFD2C4A}"/>
                </a:ext>
              </a:extLst>
            </p:cNvPr>
            <p:cNvGrpSpPr/>
            <p:nvPr/>
          </p:nvGrpSpPr>
          <p:grpSpPr>
            <a:xfrm>
              <a:off x="1685531" y="3843892"/>
              <a:ext cx="4359490" cy="1334211"/>
              <a:chOff x="2396017" y="3843570"/>
              <a:chExt cx="2638394" cy="807473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7FD70F8-9CBB-4A9D-86B9-62203CC4B9D3}"/>
                  </a:ext>
                </a:extLst>
              </p:cNvPr>
              <p:cNvGrpSpPr/>
              <p:nvPr/>
            </p:nvGrpSpPr>
            <p:grpSpPr>
              <a:xfrm>
                <a:off x="4599950" y="3843570"/>
                <a:ext cx="434461" cy="807473"/>
                <a:chOff x="6133238" y="4691857"/>
                <a:chExt cx="579279" cy="1076631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E9FA0D9D-78EC-439D-A5D1-8059D6E283DB}"/>
                    </a:ext>
                  </a:extLst>
                </p:cNvPr>
                <p:cNvCxnSpPr/>
                <p:nvPr/>
              </p:nvCxnSpPr>
              <p:spPr>
                <a:xfrm>
                  <a:off x="6213764" y="4691857"/>
                  <a:ext cx="0" cy="1076631"/>
                </a:xfrm>
                <a:prstGeom prst="line">
                  <a:avLst/>
                </a:prstGeom>
                <a:ln w="12700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352871A-4B20-4D54-81C2-59E3AE55EB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33238" y="5278232"/>
                  <a:ext cx="165773" cy="165773"/>
                </a:xfrm>
                <a:prstGeom prst="rect">
                  <a:avLst/>
                </a:prstGeom>
              </p:spPr>
            </p:pic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4CD08D-D845-440E-BC1C-22973FACD378}"/>
                    </a:ext>
                  </a:extLst>
                </p:cNvPr>
                <p:cNvSpPr txBox="1"/>
                <p:nvPr/>
              </p:nvSpPr>
              <p:spPr>
                <a:xfrm>
                  <a:off x="6251735" y="5240441"/>
                  <a:ext cx="460782" cy="247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IPSec</a:t>
                  </a: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FC0B286-A8C8-466B-9485-4EAE107F1B50}"/>
                  </a:ext>
                </a:extLst>
              </p:cNvPr>
              <p:cNvGrpSpPr/>
              <p:nvPr/>
            </p:nvGrpSpPr>
            <p:grpSpPr>
              <a:xfrm>
                <a:off x="2396017" y="4155935"/>
                <a:ext cx="1779347" cy="380912"/>
                <a:chOff x="3194690" y="5108339"/>
                <a:chExt cx="2372462" cy="507882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8F97E215-44BC-45A4-8DE5-C2B8221556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11073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37E4DE64-2A8E-481B-A828-D51D8E0D0A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44324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E01010B-EB1C-4D22-856D-BB4C3B9EC8CD}"/>
                    </a:ext>
                  </a:extLst>
                </p:cNvPr>
                <p:cNvSpPr txBox="1"/>
                <p:nvPr/>
              </p:nvSpPr>
              <p:spPr>
                <a:xfrm>
                  <a:off x="4055159" y="5108339"/>
                  <a:ext cx="627830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526D9871-F0BA-4838-AF60-B86BA69DA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406670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FFB6332-E207-450C-BED3-C6D1F6958287}"/>
                    </a:ext>
                  </a:extLst>
                </p:cNvPr>
                <p:cNvSpPr txBox="1"/>
                <p:nvPr/>
              </p:nvSpPr>
              <p:spPr>
                <a:xfrm>
                  <a:off x="4132245" y="5369098"/>
                  <a:ext cx="473654" cy="2471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MPLS</a:t>
                  </a:r>
                </a:p>
              </p:txBody>
            </p:sp>
          </p:grp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B537592-4924-4167-AE35-E41488CBE0F6}"/>
              </a:ext>
            </a:extLst>
          </p:cNvPr>
          <p:cNvGrpSpPr/>
          <p:nvPr userDrawn="1"/>
        </p:nvGrpSpPr>
        <p:grpSpPr>
          <a:xfrm>
            <a:off x="8374446" y="2534521"/>
            <a:ext cx="2549849" cy="1260980"/>
            <a:chOff x="7933691" y="3635269"/>
            <a:chExt cx="2057578" cy="1017537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13186F5-70D5-4CDD-8047-6C27B58E3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084273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8440997-A3CC-4BF2-9D22-75CBD20B5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8653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8D25B4C-0364-4D0C-B5E9-8DBAABAB652F}"/>
                </a:ext>
              </a:extLst>
            </p:cNvPr>
            <p:cNvSpPr txBox="1"/>
            <p:nvPr/>
          </p:nvSpPr>
          <p:spPr>
            <a:xfrm>
              <a:off x="8703949" y="4404448"/>
              <a:ext cx="1287320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Hybrid/Multi Cloud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144AE58-932F-491C-886D-88E6FF91ED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158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1F2E688-E77C-4AC5-82D7-08E98A99FB69}"/>
                </a:ext>
              </a:extLst>
            </p:cNvPr>
            <p:cNvSpPr txBox="1"/>
            <p:nvPr/>
          </p:nvSpPr>
          <p:spPr>
            <a:xfrm>
              <a:off x="7933691" y="3885274"/>
              <a:ext cx="728206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Agentless</a:t>
              </a: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8969B40-1FF2-4EA9-B217-15AFAEDC6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81176" y="3635269"/>
              <a:ext cx="408906" cy="268920"/>
            </a:xfrm>
            <a:prstGeom prst="rect">
              <a:avLst/>
            </a:prstGeom>
          </p:spPr>
        </p:pic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08C7B82-C580-4B83-89CA-F4F008052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150057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0BFE486-1AEF-468F-AF11-D7D8E81DB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1182" y="4000364"/>
              <a:ext cx="405222" cy="268920"/>
            </a:xfrm>
            <a:prstGeom prst="rect">
              <a:avLst/>
            </a:prstGeom>
          </p:spPr>
        </p:pic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F5033CFE-9B8E-410C-B417-4CB613FB800D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7801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95457DCE-0417-4047-97DD-48FA029E66F7}"/>
              </a:ext>
            </a:extLst>
          </p:cNvPr>
          <p:cNvGrpSpPr/>
          <p:nvPr userDrawn="1"/>
        </p:nvGrpSpPr>
        <p:grpSpPr>
          <a:xfrm>
            <a:off x="8739024" y="3730813"/>
            <a:ext cx="2020784" cy="1921561"/>
            <a:chOff x="8227895" y="4600609"/>
            <a:chExt cx="1630654" cy="1550589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B6569F7-8952-4279-A944-3225908E89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9891" y="4600609"/>
              <a:ext cx="890775" cy="1036980"/>
            </a:xfrm>
            <a:prstGeom prst="line">
              <a:avLst/>
            </a:prstGeom>
            <a:ln w="12700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8E0890A-9042-4D6C-879B-87DA8816E80A}"/>
                </a:ext>
              </a:extLst>
            </p:cNvPr>
            <p:cNvSpPr txBox="1"/>
            <p:nvPr/>
          </p:nvSpPr>
          <p:spPr>
            <a:xfrm>
              <a:off x="9293016" y="5902840"/>
              <a:ext cx="565533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Mobile</a:t>
              </a: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D8CD6965-F9D0-40F8-BB5B-E6D851773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79569" y="5539528"/>
              <a:ext cx="386803" cy="386803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2AD8B31-6CFD-4DB9-9FE3-EBBB41245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15862" y="5467413"/>
              <a:ext cx="121567" cy="121567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694C39C-6649-4AA1-B8EA-EDCE0C0CF5AB}"/>
                </a:ext>
              </a:extLst>
            </p:cNvPr>
            <p:cNvSpPr txBox="1"/>
            <p:nvPr/>
          </p:nvSpPr>
          <p:spPr>
            <a:xfrm>
              <a:off x="8227895" y="5395827"/>
              <a:ext cx="1131994" cy="422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Client/Clientless</a:t>
              </a:r>
              <a:b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SDP</a:t>
              </a:r>
            </a:p>
          </p:txBody>
        </p: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C618EBB4-E3B9-4F20-8FA5-CC2095C71B4B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9652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A49BC104-E956-4355-B8AA-08570F0DCC71}"/>
              </a:ext>
            </a:extLst>
          </p:cNvPr>
          <p:cNvSpPr txBox="1"/>
          <p:nvPr userDrawn="1"/>
        </p:nvSpPr>
        <p:spPr>
          <a:xfrm>
            <a:off x="8791426" y="3422022"/>
            <a:ext cx="423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951EF95D-18E8-4B1D-B614-3AC39BF5FC22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9494" y="2448090"/>
            <a:ext cx="2095148" cy="2279779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3E24F8E3-EF1A-4D74-8D2C-5B22B4E866F1}"/>
              </a:ext>
            </a:extLst>
          </p:cNvPr>
          <p:cNvSpPr txBox="1"/>
          <p:nvPr userDrawn="1"/>
        </p:nvSpPr>
        <p:spPr>
          <a:xfrm>
            <a:off x="5661841" y="3181223"/>
            <a:ext cx="91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886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Converged Network &amp; Security 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CCFB2DF-E815-4E59-8B20-43532D017B3F}"/>
              </a:ext>
            </a:extLst>
          </p:cNvPr>
          <p:cNvSpPr/>
          <p:nvPr userDrawn="1"/>
        </p:nvSpPr>
        <p:spPr>
          <a:xfrm>
            <a:off x="0" y="1143000"/>
            <a:ext cx="12192000" cy="5005137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0273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3" name="תמונה 39">
            <a:extLst>
              <a:ext uri="{FF2B5EF4-FFF2-40B4-BE49-F238E27FC236}">
                <a16:creationId xmlns:a16="http://schemas.microsoft.com/office/drawing/2014/main" id="{17FB6B68-B667-44AC-BCC1-D2C4CE522F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79" y="1115012"/>
            <a:ext cx="11642757" cy="56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4464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 userDrawn="1"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4" y="134181"/>
            <a:ext cx="9791700" cy="4247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2624" y="558913"/>
            <a:ext cx="9791699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E9378-966F-47B6-8719-5A2437B5A700}"/>
              </a:ext>
            </a:extLst>
          </p:cNvPr>
          <p:cNvCxnSpPr>
            <a:cxnSpLocks/>
          </p:cNvCxnSpPr>
          <p:nvPr userDrawn="1"/>
        </p:nvCxnSpPr>
        <p:spPr>
          <a:xfrm>
            <a:off x="1719618" y="0"/>
            <a:ext cx="0" cy="1173707"/>
          </a:xfrm>
          <a:prstGeom prst="line">
            <a:avLst/>
          </a:prstGeom>
          <a:ln w="635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303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9920" y="1753277"/>
            <a:ext cx="7331806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7675" y="2349459"/>
            <a:ext cx="7334250" cy="3535383"/>
          </a:xfrm>
        </p:spPr>
        <p:txBody>
          <a:bodyPr/>
          <a:lstStyle>
            <a:lvl1pPr marL="457200" indent="-4572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715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10287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77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7254A-0B81-4DFB-9926-D523EAF9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48" y="2676272"/>
            <a:ext cx="11561105" cy="480131"/>
          </a:xfrm>
        </p:spPr>
        <p:txBody>
          <a:bodyPr/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02C2B-9D94-41E6-8C08-4727B385E0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839" y="996387"/>
            <a:ext cx="1362328" cy="565494"/>
          </a:xfrm>
          <a:prstGeom prst="rect">
            <a:avLst/>
          </a:prstGeom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1F85FB81-12EA-4F6B-A72A-4B3C8E0D4DB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49482" y="3862252"/>
            <a:ext cx="324000" cy="324000"/>
          </a:xfrm>
          <a:prstGeom prst="rect">
            <a:avLst/>
          </a:prstGeom>
        </p:spPr>
      </p:pic>
      <p:pic>
        <p:nvPicPr>
          <p:cNvPr id="8" name="Picture 7">
            <a:hlinkClick r:id="rId5"/>
            <a:extLst>
              <a:ext uri="{FF2B5EF4-FFF2-40B4-BE49-F238E27FC236}">
                <a16:creationId xmlns:a16="http://schemas.microsoft.com/office/drawing/2014/main" id="{936E5ED6-C61A-4AC2-8AC5-49000EE11679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937792" y="3862252"/>
            <a:ext cx="324000" cy="324000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A3598CEF-0330-4423-84C1-B585F37B558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626103" y="3871296"/>
            <a:ext cx="324000" cy="32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442F28-7EEE-498B-9360-086D79CA9199}"/>
              </a:ext>
            </a:extLst>
          </p:cNvPr>
          <p:cNvSpPr txBox="1"/>
          <p:nvPr userDrawn="1"/>
        </p:nvSpPr>
        <p:spPr>
          <a:xfrm>
            <a:off x="4564372" y="1815649"/>
            <a:ext cx="33948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Cato SASE. Ready for Whatever’s Next.</a:t>
            </a:r>
          </a:p>
        </p:txBody>
      </p:sp>
    </p:spTree>
    <p:extLst>
      <p:ext uri="{BB962C8B-B14F-4D97-AF65-F5344CB8AC3E}">
        <p14:creationId xmlns:p14="http://schemas.microsoft.com/office/powerpoint/2010/main" val="1791653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55631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0BC0D-94C3-40D0-9E20-4DAC94B1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395E8-8E25-4945-9EE5-D8B4D541F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5747591-AC59-42CB-980E-33E440329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365760"/>
            <a:ext cx="1290196" cy="643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6E0CF3-E19D-4C66-B453-5E0745350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831533"/>
            <a:ext cx="9144000" cy="840230"/>
          </a:xfrm>
        </p:spPr>
        <p:txBody>
          <a:bodyPr anchor="b"/>
          <a:lstStyle>
            <a:lvl1pPr algn="l">
              <a:defRPr sz="5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A7E2-CF45-41D8-8207-D721E228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F9BFF-2202-4316-A54D-EEEA13FD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06307-D548-4EC6-A4B3-D564B330A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037674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1C6ACD-09BF-4D7E-93A7-862E5624ED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93192" y="4882626"/>
            <a:ext cx="2874963" cy="744538"/>
          </a:xfrm>
        </p:spPr>
        <p:txBody>
          <a:bodyPr wrap="none" lIns="18288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28600" indent="-228600"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009F828-EE19-42E1-B484-3708F7D94F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3638" y="4873265"/>
            <a:ext cx="885825" cy="88582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28863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A7C3-FC47-4BCB-B69A-CE0BC45A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78898"/>
            <a:ext cx="8626475" cy="158812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D9269-4020-4E58-8F2C-41611893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9401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0BE1E-A2C1-4029-AD84-B27BB3A9B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92F3-9A58-4CAD-B7AD-FBE2801F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9D194-10F0-45C8-BC3A-1F67F39B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564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4133543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039311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F7789D-E8BD-4CF7-A207-912659CF34F6}"/>
              </a:ext>
            </a:extLst>
          </p:cNvPr>
          <p:cNvSpPr/>
          <p:nvPr userDrawn="1"/>
        </p:nvSpPr>
        <p:spPr>
          <a:xfrm>
            <a:off x="0" y="3995235"/>
            <a:ext cx="12192000" cy="2862765"/>
          </a:xfrm>
          <a:prstGeom prst="rect">
            <a:avLst/>
          </a:prstGeom>
          <a:pattFill prst="dk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9525">
            <a:noFill/>
            <a:prstDash val="solid"/>
          </a:ln>
          <a:effectLst>
            <a:outerShdw blurRad="50800" dist="38100" dir="10800000" algn="r" rotWithShape="0">
              <a:prstClr val="black">
                <a:alpha val="9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66D599-2EA4-4A12-A90A-522A9CC653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771301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550A67-D9AE-4974-AEB7-301E8EFEB8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434937"/>
            <a:ext cx="7924987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154499"/>
            <a:ext cx="7924987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1400" smtClean="0">
                <a:solidFill>
                  <a:schemeClr val="bg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B5DB6-AEB8-A74A-9CF5-A587BCDDDD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01983" y="1957387"/>
            <a:ext cx="9566017" cy="3471863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0"/>
              </a:spcBef>
              <a:spcAft>
                <a:spcPts val="2400"/>
              </a:spcAft>
              <a:buClr>
                <a:schemeClr val="accent5"/>
              </a:buClr>
              <a:buFont typeface="Calibri" panose="020F0502020204030204" pitchFamily="34" charset="0"/>
              <a:buChar char="/"/>
              <a:defRPr sz="2000">
                <a:solidFill>
                  <a:schemeClr val="bg1"/>
                </a:solidFill>
              </a:defRPr>
            </a:lvl1pPr>
            <a:lvl2pPr>
              <a:defRPr sz="1800"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493AEE29-4948-4B43-9A69-90EFDC9A9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4ED31C-9D4A-4D8C-B04C-7AF722D5830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8992DE7-1412-42FF-A6E7-6DDEAAF8C8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5647" y="384099"/>
            <a:ext cx="2947135" cy="50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5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759DFDA-B76E-464F-AAF0-990762382727}"/>
              </a:ext>
            </a:extLst>
          </p:cNvPr>
          <p:cNvSpPr/>
          <p:nvPr userDrawn="1"/>
        </p:nvSpPr>
        <p:spPr>
          <a:xfrm>
            <a:off x="0" y="2924223"/>
            <a:ext cx="12192000" cy="3933777"/>
          </a:xfrm>
          <a:prstGeom prst="rect">
            <a:avLst/>
          </a:prstGeom>
          <a:pattFill prst="dk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9525">
            <a:noFill/>
            <a:prstDash val="solid"/>
          </a:ln>
          <a:effectLst>
            <a:outerShdw blurRad="50800" dist="38100" dir="10800000" algn="r" rotWithShape="0">
              <a:prstClr val="black">
                <a:alpha val="9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F8A675-5F69-4B0C-9F15-3B1C81429B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416509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FBE3-E447-4593-9D29-D23F9A03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F121-D797-47D5-BB5B-C41FCD77B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219" y="1294662"/>
            <a:ext cx="564832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CE33C-15E7-463B-A719-8F944C6C7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94662"/>
            <a:ext cx="564832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F29A0-F316-43B3-80F3-F7D94E2CA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DE97A-4292-4901-A47C-4EE328B1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3935-AEC7-41F5-8E50-FD4AAC1F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DB3B5C1-B65E-459F-8DE4-A1CCBCEB5D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71127737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7E0835-8031-4C40-B644-960ED469D8DD}"/>
              </a:ext>
            </a:extLst>
          </p:cNvPr>
          <p:cNvGrpSpPr/>
          <p:nvPr/>
        </p:nvGrpSpPr>
        <p:grpSpPr>
          <a:xfrm>
            <a:off x="9994965" y="1461676"/>
            <a:ext cx="1790875" cy="1548151"/>
            <a:chOff x="9994965" y="1461676"/>
            <a:chExt cx="1790875" cy="1548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6116BF-2E29-406D-A91D-3290ACCD0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25051" y="1461676"/>
              <a:ext cx="1112760" cy="54626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16D192-6281-462B-B727-03EA6907AE5D}"/>
                </a:ext>
              </a:extLst>
            </p:cNvPr>
            <p:cNvSpPr txBox="1"/>
            <p:nvPr/>
          </p:nvSpPr>
          <p:spPr>
            <a:xfrm>
              <a:off x="9994965" y="2071108"/>
              <a:ext cx="1790875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27958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Flexible Management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Self-service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Co-managed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Fully managed</a:t>
              </a:r>
            </a:p>
          </p:txBody>
        </p:sp>
      </p:grpSp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5C4FA2-CF25-4C5B-B790-A37E65684E54}"/>
              </a:ext>
            </a:extLst>
          </p:cNvPr>
          <p:cNvGrpSpPr/>
          <p:nvPr/>
        </p:nvGrpSpPr>
        <p:grpSpPr>
          <a:xfrm>
            <a:off x="6144482" y="1408394"/>
            <a:ext cx="2649460" cy="1585140"/>
            <a:chOff x="5328375" y="1408394"/>
            <a:chExt cx="2649460" cy="158514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E07D88-863E-41D5-B2D0-E0766BEF8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 flipH="1">
              <a:off x="5328375" y="1554246"/>
              <a:ext cx="783699" cy="1439288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B577DC2-85F9-439D-8DE9-DA8FBBBC7409}"/>
                </a:ext>
              </a:extLst>
            </p:cNvPr>
            <p:cNvGrpSpPr/>
            <p:nvPr/>
          </p:nvGrpSpPr>
          <p:grpSpPr>
            <a:xfrm>
              <a:off x="6058720" y="1408394"/>
              <a:ext cx="1919115" cy="963318"/>
              <a:chOff x="5942039" y="1446816"/>
              <a:chExt cx="1919115" cy="963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4F8EDE0-6194-4DFE-BA35-0BADF5A23707}"/>
                  </a:ext>
                </a:extLst>
              </p:cNvPr>
              <p:cNvSpPr/>
              <p:nvPr/>
            </p:nvSpPr>
            <p:spPr>
              <a:xfrm>
                <a:off x="5942039" y="1446816"/>
                <a:ext cx="864339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NG Firewall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3FEBEA4-A290-4E1F-B15F-01FCD9D072A0}"/>
                  </a:ext>
                </a:extLst>
              </p:cNvPr>
              <p:cNvSpPr/>
              <p:nvPr/>
            </p:nvSpPr>
            <p:spPr>
              <a:xfrm>
                <a:off x="5942039" y="1663884"/>
                <a:ext cx="1468672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Secure Web Gateway 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C0677C-6501-402E-8743-5216F26791D2}"/>
                  </a:ext>
                </a:extLst>
              </p:cNvPr>
              <p:cNvSpPr/>
              <p:nvPr/>
            </p:nvSpPr>
            <p:spPr>
              <a:xfrm>
                <a:off x="5942039" y="1911367"/>
                <a:ext cx="191911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Advanced Threat Prevention  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58A31F-BAD3-446B-9F98-881F167E169B}"/>
                  </a:ext>
                </a:extLst>
              </p:cNvPr>
              <p:cNvSpPr/>
              <p:nvPr/>
            </p:nvSpPr>
            <p:spPr>
              <a:xfrm>
                <a:off x="5942039" y="2136276"/>
                <a:ext cx="172675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and Mobile Security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59527F-F9D2-44F8-954C-11137634E415}"/>
              </a:ext>
            </a:extLst>
          </p:cNvPr>
          <p:cNvGrpSpPr/>
          <p:nvPr/>
        </p:nvGrpSpPr>
        <p:grpSpPr>
          <a:xfrm>
            <a:off x="3659831" y="1408394"/>
            <a:ext cx="2464573" cy="1585140"/>
            <a:chOff x="2843724" y="1408394"/>
            <a:chExt cx="2464573" cy="158514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D68E4D2-81C4-43FC-8BB1-AC87C1BBEA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>
              <a:off x="4524598" y="1554246"/>
              <a:ext cx="783699" cy="1439288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D75136-6A4F-41ED-8CC5-5FCFC92498DF}"/>
                </a:ext>
              </a:extLst>
            </p:cNvPr>
            <p:cNvGrpSpPr/>
            <p:nvPr/>
          </p:nvGrpSpPr>
          <p:grpSpPr>
            <a:xfrm>
              <a:off x="2843724" y="1408394"/>
              <a:ext cx="1747594" cy="963318"/>
              <a:chOff x="2640072" y="1434290"/>
              <a:chExt cx="1747594" cy="96331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86F1819-A363-4938-9651-91C834CD94C8}"/>
                  </a:ext>
                </a:extLst>
              </p:cNvPr>
              <p:cNvSpPr/>
              <p:nvPr/>
            </p:nvSpPr>
            <p:spPr>
              <a:xfrm>
                <a:off x="3066470" y="1434290"/>
                <a:ext cx="1321196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Optimization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00F7753-7FA0-4EC3-84DB-F37A2A8ACD7E}"/>
                  </a:ext>
                </a:extLst>
              </p:cNvPr>
              <p:cNvSpPr/>
              <p:nvPr/>
            </p:nvSpPr>
            <p:spPr>
              <a:xfrm>
                <a:off x="3096928" y="1651358"/>
                <a:ext cx="1290738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WAN Optimization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9D292F-BA87-4BD0-864E-A321B92DE6A0}"/>
                  </a:ext>
                </a:extLst>
              </p:cNvPr>
              <p:cNvSpPr/>
              <p:nvPr/>
            </p:nvSpPr>
            <p:spPr>
              <a:xfrm>
                <a:off x="2640072" y="1898841"/>
                <a:ext cx="1747594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Global Route Optimization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7FCAE52-A4B2-4BB3-B7C6-C4C66C5A4C76}"/>
                  </a:ext>
                </a:extLst>
              </p:cNvPr>
              <p:cNvSpPr/>
              <p:nvPr/>
            </p:nvSpPr>
            <p:spPr>
              <a:xfrm>
                <a:off x="2752283" y="2123750"/>
                <a:ext cx="1635383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Self-healing Architecture</a:t>
                </a:r>
              </a:p>
            </p:txBody>
          </p:sp>
        </p:grp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0D43E9A2-20C8-4031-B969-EFBA0E6C4B8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1510" y="3083940"/>
            <a:ext cx="6045866" cy="102246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46D4916-A549-45D5-90FE-E35F46D5FEB3}"/>
              </a:ext>
            </a:extLst>
          </p:cNvPr>
          <p:cNvGrpSpPr/>
          <p:nvPr/>
        </p:nvGrpSpPr>
        <p:grpSpPr>
          <a:xfrm>
            <a:off x="1453471" y="2069038"/>
            <a:ext cx="2336333" cy="1811732"/>
            <a:chOff x="2285868" y="3762352"/>
            <a:chExt cx="1885286" cy="146196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BA8495D-B394-4B9B-AD2C-2C27E3E3DE96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68" y="4546943"/>
              <a:ext cx="462556" cy="316356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0E61C5-6FF5-40BE-8FAC-45DE3F69C6C8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08" y="4467929"/>
              <a:ext cx="923980" cy="442685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19B2C3A-C0D0-4E44-8C2D-2F7D48A7F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07072" y="4303678"/>
              <a:ext cx="409034" cy="256090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6997227-5BCC-46C6-B532-74516A38929D}"/>
                </a:ext>
              </a:extLst>
            </p:cNvPr>
            <p:cNvCxnSpPr/>
            <p:nvPr/>
          </p:nvCxnSpPr>
          <p:spPr>
            <a:xfrm flipH="1">
              <a:off x="3750602" y="4546943"/>
              <a:ext cx="190681" cy="2860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1AE1DD8-F717-4B3E-B160-DFC024D4D4C8}"/>
                </a:ext>
              </a:extLst>
            </p:cNvPr>
            <p:cNvCxnSpPr/>
            <p:nvPr/>
          </p:nvCxnSpPr>
          <p:spPr>
            <a:xfrm>
              <a:off x="3690606" y="4178339"/>
              <a:ext cx="0" cy="684960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A378109-B75F-4C57-95D0-BD7C1A6C9BAF}"/>
                </a:ext>
              </a:extLst>
            </p:cNvPr>
            <p:cNvCxnSpPr/>
            <p:nvPr/>
          </p:nvCxnSpPr>
          <p:spPr>
            <a:xfrm>
              <a:off x="3460923" y="4000903"/>
              <a:ext cx="207340" cy="87973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3C1737-B062-4C09-B85E-DF3364358B7D}"/>
                </a:ext>
              </a:extLst>
            </p:cNvPr>
            <p:cNvCxnSpPr>
              <a:cxnSpLocks/>
            </p:cNvCxnSpPr>
            <p:nvPr/>
          </p:nvCxnSpPr>
          <p:spPr>
            <a:xfrm>
              <a:off x="3080194" y="4068225"/>
              <a:ext cx="566401" cy="799408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8F5F7F0-8796-4CBF-8136-76927590A288}"/>
                </a:ext>
              </a:extLst>
            </p:cNvPr>
            <p:cNvCxnSpPr/>
            <p:nvPr/>
          </p:nvCxnSpPr>
          <p:spPr>
            <a:xfrm>
              <a:off x="2948876" y="4766983"/>
              <a:ext cx="645715" cy="1613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02816-B12B-4C98-9097-348318F06B46}"/>
                </a:ext>
              </a:extLst>
            </p:cNvPr>
            <p:cNvCxnSpPr/>
            <p:nvPr/>
          </p:nvCxnSpPr>
          <p:spPr>
            <a:xfrm flipV="1">
              <a:off x="3235573" y="4954306"/>
              <a:ext cx="341683" cy="82882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13E5A94-F649-4324-B080-F739A32EC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0243" y="3965009"/>
              <a:ext cx="439090" cy="29139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F8263A5-5F0F-4BE3-B074-981920398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47511" y="4345864"/>
              <a:ext cx="423643" cy="26523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F32977F-0D9C-4F91-B5D9-98EB59874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6052" y="3762352"/>
              <a:ext cx="596783" cy="37575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AABE23A-79C4-4ABE-BF83-B7E260097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62961" y="4586038"/>
              <a:ext cx="648357" cy="25418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3CD6DAC-F1A0-40FD-B91F-8A8924D6B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58803" y="4863299"/>
              <a:ext cx="515738" cy="361016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F36D387-1BFC-4229-A7CD-F005BE83A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50940" y="3814611"/>
              <a:ext cx="364701" cy="232082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CBBB2CB-1950-4371-82C1-4BAA08E94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85868" y="4155913"/>
              <a:ext cx="519742" cy="32599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9C39A0E-4BCE-4E3E-A11D-B411C2177141}"/>
              </a:ext>
            </a:extLst>
          </p:cNvPr>
          <p:cNvGrpSpPr/>
          <p:nvPr/>
        </p:nvGrpSpPr>
        <p:grpSpPr>
          <a:xfrm>
            <a:off x="1444938" y="3599432"/>
            <a:ext cx="5416190" cy="2052950"/>
            <a:chOff x="628831" y="3599432"/>
            <a:chExt cx="5416190" cy="205295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058DF4D-A6CC-4994-8F97-D36C2DB64797}"/>
                </a:ext>
              </a:extLst>
            </p:cNvPr>
            <p:cNvGrpSpPr/>
            <p:nvPr/>
          </p:nvGrpSpPr>
          <p:grpSpPr>
            <a:xfrm>
              <a:off x="628831" y="3599432"/>
              <a:ext cx="5160945" cy="2052950"/>
              <a:chOff x="2341995" y="4494588"/>
              <a:chExt cx="4164579" cy="165661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AC816E0-4084-4403-B54D-14F777C64975}"/>
                  </a:ext>
                </a:extLst>
              </p:cNvPr>
              <p:cNvGrpSpPr/>
              <p:nvPr/>
            </p:nvGrpSpPr>
            <p:grpSpPr>
              <a:xfrm>
                <a:off x="2341995" y="4494588"/>
                <a:ext cx="4164579" cy="1656610"/>
                <a:chOff x="2341995" y="4494588"/>
                <a:chExt cx="4164579" cy="1656610"/>
              </a:xfrm>
            </p:grpSpPr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564F05D9-C16C-4EDA-BAB3-B2FEA0F61437}"/>
                    </a:ext>
                  </a:extLst>
                </p:cNvPr>
                <p:cNvCxnSpPr/>
                <p:nvPr/>
              </p:nvCxnSpPr>
              <p:spPr>
                <a:xfrm>
                  <a:off x="6018415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0AB86A45-2D58-45E4-94DD-F3FABE3706A2}"/>
                    </a:ext>
                  </a:extLst>
                </p:cNvPr>
                <p:cNvCxnSpPr/>
                <p:nvPr/>
              </p:nvCxnSpPr>
              <p:spPr>
                <a:xfrm>
                  <a:off x="5964382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44982D4-26EF-4689-9836-5C21CFAAD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1102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2E81B59E-2A69-4D75-9196-CECB0CB8C0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60073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B1D61435-8977-4818-A1D4-B336B124B5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25972" y="5539528"/>
                  <a:ext cx="386803" cy="386803"/>
                </a:xfrm>
                <a:prstGeom prst="rect">
                  <a:avLst/>
                </a:prstGeom>
              </p:spPr>
            </p:pic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E8384B4-8B54-421C-8F43-7E3BB4C220C7}"/>
                    </a:ext>
                  </a:extLst>
                </p:cNvPr>
                <p:cNvSpPr txBox="1"/>
                <p:nvPr/>
              </p:nvSpPr>
              <p:spPr>
                <a:xfrm>
                  <a:off x="2341995" y="5902840"/>
                  <a:ext cx="558701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Branch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DA958BE-C6C2-4408-90C7-ACC88A4BC70B}"/>
                    </a:ext>
                  </a:extLst>
                </p:cNvPr>
                <p:cNvSpPr txBox="1"/>
                <p:nvPr/>
              </p:nvSpPr>
              <p:spPr>
                <a:xfrm rot="18900000">
                  <a:off x="2906463" y="4800777"/>
                  <a:ext cx="627829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A6D93F8-6CB3-4384-9D3E-AA47CB4F2280}"/>
                    </a:ext>
                  </a:extLst>
                </p:cNvPr>
                <p:cNvSpPr txBox="1"/>
                <p:nvPr/>
              </p:nvSpPr>
              <p:spPr>
                <a:xfrm>
                  <a:off x="5703862" y="5902840"/>
                  <a:ext cx="802712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Datacenter</a:t>
                  </a:r>
                </a:p>
              </p:txBody>
            </p:sp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0AB60BBF-0970-4DE8-8C1A-4E70D5D92C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09005" y="5539528"/>
                  <a:ext cx="386803" cy="386803"/>
                </a:xfrm>
                <a:prstGeom prst="rect">
                  <a:avLst/>
                </a:prstGeom>
              </p:spPr>
            </p:pic>
            <p:pic>
              <p:nvPicPr>
                <p:cNvPr id="70" name="Picture 69">
                  <a:extLst>
                    <a:ext uri="{FF2B5EF4-FFF2-40B4-BE49-F238E27FC236}">
                      <a16:creationId xmlns:a16="http://schemas.microsoft.com/office/drawing/2014/main" id="{1E9FBCE4-3F3A-443F-A8F3-AB6D10AC3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6637" y="5257377"/>
                  <a:ext cx="504052" cy="232082"/>
                </a:xfrm>
                <a:prstGeom prst="rect">
                  <a:avLst/>
                </a:prstGeom>
              </p:spPr>
            </p:pic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691102DE-4793-49F8-9F4A-E1BE85C1FB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1153" y="5257377"/>
                  <a:ext cx="504052" cy="232082"/>
                </a:xfrm>
                <a:prstGeom prst="rect">
                  <a:avLst/>
                </a:prstGeom>
              </p:spPr>
            </p:pic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EA6B87B-1EC6-4579-B591-BEE9103EBDDE}"/>
                  </a:ext>
                </a:extLst>
              </p:cNvPr>
              <p:cNvSpPr txBox="1"/>
              <p:nvPr/>
            </p:nvSpPr>
            <p:spPr>
              <a:xfrm>
                <a:off x="3149296" y="5472835"/>
                <a:ext cx="149067" cy="248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3606AB8-DE73-4D03-A34B-1DACEDFD2C4A}"/>
                </a:ext>
              </a:extLst>
            </p:cNvPr>
            <p:cNvGrpSpPr/>
            <p:nvPr/>
          </p:nvGrpSpPr>
          <p:grpSpPr>
            <a:xfrm>
              <a:off x="1685531" y="3843892"/>
              <a:ext cx="4359490" cy="1334211"/>
              <a:chOff x="2396017" y="3843570"/>
              <a:chExt cx="2638394" cy="807473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7FD70F8-9CBB-4A9D-86B9-62203CC4B9D3}"/>
                  </a:ext>
                </a:extLst>
              </p:cNvPr>
              <p:cNvGrpSpPr/>
              <p:nvPr/>
            </p:nvGrpSpPr>
            <p:grpSpPr>
              <a:xfrm>
                <a:off x="4599950" y="3843570"/>
                <a:ext cx="434461" cy="807473"/>
                <a:chOff x="6133238" y="4691857"/>
                <a:chExt cx="579279" cy="1076631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E9FA0D9D-78EC-439D-A5D1-8059D6E283DB}"/>
                    </a:ext>
                  </a:extLst>
                </p:cNvPr>
                <p:cNvCxnSpPr/>
                <p:nvPr/>
              </p:nvCxnSpPr>
              <p:spPr>
                <a:xfrm>
                  <a:off x="6213764" y="4691857"/>
                  <a:ext cx="0" cy="1076631"/>
                </a:xfrm>
                <a:prstGeom prst="line">
                  <a:avLst/>
                </a:prstGeom>
                <a:ln w="12700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352871A-4B20-4D54-81C2-59E3AE55EB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33238" y="5278232"/>
                  <a:ext cx="165773" cy="165773"/>
                </a:xfrm>
                <a:prstGeom prst="rect">
                  <a:avLst/>
                </a:prstGeom>
              </p:spPr>
            </p:pic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4CD08D-D845-440E-BC1C-22973FACD378}"/>
                    </a:ext>
                  </a:extLst>
                </p:cNvPr>
                <p:cNvSpPr txBox="1"/>
                <p:nvPr/>
              </p:nvSpPr>
              <p:spPr>
                <a:xfrm>
                  <a:off x="6251735" y="5240441"/>
                  <a:ext cx="460782" cy="247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IPSec</a:t>
                  </a: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FC0B286-A8C8-466B-9485-4EAE107F1B50}"/>
                  </a:ext>
                </a:extLst>
              </p:cNvPr>
              <p:cNvGrpSpPr/>
              <p:nvPr/>
            </p:nvGrpSpPr>
            <p:grpSpPr>
              <a:xfrm>
                <a:off x="2396017" y="4155935"/>
                <a:ext cx="1779347" cy="380912"/>
                <a:chOff x="3194690" y="5108339"/>
                <a:chExt cx="2372462" cy="507882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8F97E215-44BC-45A4-8DE5-C2B8221556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11073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37E4DE64-2A8E-481B-A828-D51D8E0D0A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44324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E01010B-EB1C-4D22-856D-BB4C3B9EC8CD}"/>
                    </a:ext>
                  </a:extLst>
                </p:cNvPr>
                <p:cNvSpPr txBox="1"/>
                <p:nvPr/>
              </p:nvSpPr>
              <p:spPr>
                <a:xfrm>
                  <a:off x="4055159" y="5108339"/>
                  <a:ext cx="627830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526D9871-F0BA-4838-AF60-B86BA69DA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406670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FFB6332-E207-450C-BED3-C6D1F6958287}"/>
                    </a:ext>
                  </a:extLst>
                </p:cNvPr>
                <p:cNvSpPr txBox="1"/>
                <p:nvPr/>
              </p:nvSpPr>
              <p:spPr>
                <a:xfrm>
                  <a:off x="4132245" y="5369098"/>
                  <a:ext cx="473654" cy="2471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MPLS</a:t>
                  </a:r>
                </a:p>
              </p:txBody>
            </p:sp>
          </p:grp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B537592-4924-4167-AE35-E41488CBE0F6}"/>
              </a:ext>
            </a:extLst>
          </p:cNvPr>
          <p:cNvGrpSpPr/>
          <p:nvPr/>
        </p:nvGrpSpPr>
        <p:grpSpPr>
          <a:xfrm>
            <a:off x="8374446" y="2534521"/>
            <a:ext cx="2549849" cy="1260980"/>
            <a:chOff x="7933691" y="3635269"/>
            <a:chExt cx="2057578" cy="1017537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13186F5-70D5-4CDD-8047-6C27B58E3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084273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8440997-A3CC-4BF2-9D22-75CBD20B5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8653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8D25B4C-0364-4D0C-B5E9-8DBAABAB652F}"/>
                </a:ext>
              </a:extLst>
            </p:cNvPr>
            <p:cNvSpPr txBox="1"/>
            <p:nvPr/>
          </p:nvSpPr>
          <p:spPr>
            <a:xfrm>
              <a:off x="8703949" y="4404448"/>
              <a:ext cx="1287320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Hybrid/Multi Cloud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144AE58-932F-491C-886D-88E6FF91ED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158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1F2E688-E77C-4AC5-82D7-08E98A99FB69}"/>
                </a:ext>
              </a:extLst>
            </p:cNvPr>
            <p:cNvSpPr txBox="1"/>
            <p:nvPr/>
          </p:nvSpPr>
          <p:spPr>
            <a:xfrm>
              <a:off x="7933691" y="3885274"/>
              <a:ext cx="728206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Agentless</a:t>
              </a: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8969B40-1FF2-4EA9-B217-15AFAEDC6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81176" y="3635269"/>
              <a:ext cx="408906" cy="268920"/>
            </a:xfrm>
            <a:prstGeom prst="rect">
              <a:avLst/>
            </a:prstGeom>
          </p:spPr>
        </p:pic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08C7B82-C580-4B83-89CA-F4F008052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150057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0BFE486-1AEF-468F-AF11-D7D8E81DB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1182" y="4000364"/>
              <a:ext cx="405222" cy="268920"/>
            </a:xfrm>
            <a:prstGeom prst="rect">
              <a:avLst/>
            </a:prstGeom>
          </p:spPr>
        </p:pic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F5033CFE-9B8E-410C-B417-4CB613FB800D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7801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95457DCE-0417-4047-97DD-48FA029E66F7}"/>
              </a:ext>
            </a:extLst>
          </p:cNvPr>
          <p:cNvGrpSpPr/>
          <p:nvPr/>
        </p:nvGrpSpPr>
        <p:grpSpPr>
          <a:xfrm>
            <a:off x="8739024" y="3730813"/>
            <a:ext cx="2020784" cy="1921561"/>
            <a:chOff x="8227895" y="4600609"/>
            <a:chExt cx="1630654" cy="1550589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B6569F7-8952-4279-A944-3225908E89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9891" y="4600609"/>
              <a:ext cx="890775" cy="1036980"/>
            </a:xfrm>
            <a:prstGeom prst="line">
              <a:avLst/>
            </a:prstGeom>
            <a:ln w="12700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8E0890A-9042-4D6C-879B-87DA8816E80A}"/>
                </a:ext>
              </a:extLst>
            </p:cNvPr>
            <p:cNvSpPr txBox="1"/>
            <p:nvPr/>
          </p:nvSpPr>
          <p:spPr>
            <a:xfrm>
              <a:off x="9293016" y="5902840"/>
              <a:ext cx="565533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Mobile</a:t>
              </a: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D8CD6965-F9D0-40F8-BB5B-E6D851773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79569" y="5539528"/>
              <a:ext cx="386803" cy="386803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2AD8B31-6CFD-4DB9-9FE3-EBBB41245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15862" y="5467413"/>
              <a:ext cx="121567" cy="121567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694C39C-6649-4AA1-B8EA-EDCE0C0CF5AB}"/>
                </a:ext>
              </a:extLst>
            </p:cNvPr>
            <p:cNvSpPr txBox="1"/>
            <p:nvPr/>
          </p:nvSpPr>
          <p:spPr>
            <a:xfrm>
              <a:off x="8227895" y="5395827"/>
              <a:ext cx="1131994" cy="422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Client/Clientless</a:t>
              </a:r>
              <a:b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SDP</a:t>
              </a:r>
            </a:p>
          </p:txBody>
        </p: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C618EBB4-E3B9-4F20-8FA5-CC2095C71B4B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9652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A49BC104-E956-4355-B8AA-08570F0DCC71}"/>
              </a:ext>
            </a:extLst>
          </p:cNvPr>
          <p:cNvSpPr txBox="1"/>
          <p:nvPr/>
        </p:nvSpPr>
        <p:spPr>
          <a:xfrm>
            <a:off x="8791426" y="3422022"/>
            <a:ext cx="423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951EF95D-18E8-4B1D-B614-3AC39BF5FC22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9494" y="2448090"/>
            <a:ext cx="2095148" cy="2279779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3E24F8E3-EF1A-4D74-8D2C-5B22B4E866F1}"/>
              </a:ext>
            </a:extLst>
          </p:cNvPr>
          <p:cNvSpPr txBox="1"/>
          <p:nvPr/>
        </p:nvSpPr>
        <p:spPr>
          <a:xfrm>
            <a:off x="5661841" y="3181223"/>
            <a:ext cx="91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886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Converged Network &amp; Security 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CCFB2DF-E815-4E59-8B20-43532D017B3F}"/>
              </a:ext>
            </a:extLst>
          </p:cNvPr>
          <p:cNvSpPr/>
          <p:nvPr/>
        </p:nvSpPr>
        <p:spPr>
          <a:xfrm>
            <a:off x="0" y="1143000"/>
            <a:ext cx="12192000" cy="5005137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1888326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3" name="תמונה 39">
            <a:extLst>
              <a:ext uri="{FF2B5EF4-FFF2-40B4-BE49-F238E27FC236}">
                <a16:creationId xmlns:a16="http://schemas.microsoft.com/office/drawing/2014/main" id="{17FB6B68-B667-44AC-BCC1-D2C4CE522F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79" y="1115012"/>
            <a:ext cx="11642757" cy="56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773242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4" y="134181"/>
            <a:ext cx="9791700" cy="4247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2624" y="558913"/>
            <a:ext cx="9791699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E9378-966F-47B6-8719-5A2437B5A700}"/>
              </a:ext>
            </a:extLst>
          </p:cNvPr>
          <p:cNvCxnSpPr>
            <a:cxnSpLocks/>
          </p:cNvCxnSpPr>
          <p:nvPr/>
        </p:nvCxnSpPr>
        <p:spPr>
          <a:xfrm>
            <a:off x="1719618" y="0"/>
            <a:ext cx="0" cy="1173707"/>
          </a:xfrm>
          <a:prstGeom prst="line">
            <a:avLst/>
          </a:prstGeom>
          <a:ln w="635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815534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7254A-0B81-4DFB-9926-D523EAF9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48" y="2676272"/>
            <a:ext cx="11561105" cy="480131"/>
          </a:xfrm>
        </p:spPr>
        <p:txBody>
          <a:bodyPr/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02C2B-9D94-41E6-8C08-4727B385E09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839" y="996387"/>
            <a:ext cx="1362328" cy="565494"/>
          </a:xfrm>
          <a:prstGeom prst="rect">
            <a:avLst/>
          </a:prstGeom>
        </p:spPr>
      </p:pic>
      <p:pic>
        <p:nvPicPr>
          <p:cNvPr id="7" name="Picture 6">
            <a:hlinkClick r:id="rId3"/>
            <a:extLst>
              <a:ext uri="{FF2B5EF4-FFF2-40B4-BE49-F238E27FC236}">
                <a16:creationId xmlns:a16="http://schemas.microsoft.com/office/drawing/2014/main" id="{1F85FB81-12EA-4F6B-A72A-4B3C8E0D4D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9482" y="3862252"/>
            <a:ext cx="324000" cy="324000"/>
          </a:xfrm>
          <a:prstGeom prst="rect">
            <a:avLst/>
          </a:prstGeom>
        </p:spPr>
      </p:pic>
      <p:pic>
        <p:nvPicPr>
          <p:cNvPr id="8" name="Picture 7">
            <a:hlinkClick r:id="rId5"/>
            <a:extLst>
              <a:ext uri="{FF2B5EF4-FFF2-40B4-BE49-F238E27FC236}">
                <a16:creationId xmlns:a16="http://schemas.microsoft.com/office/drawing/2014/main" id="{936E5ED6-C61A-4AC2-8AC5-49000EE116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7792" y="3862252"/>
            <a:ext cx="324000" cy="324000"/>
          </a:xfrm>
          <a:prstGeom prst="rect">
            <a:avLst/>
          </a:prstGeom>
        </p:spPr>
      </p:pic>
      <p:pic>
        <p:nvPicPr>
          <p:cNvPr id="9" name="Picture 8">
            <a:hlinkClick r:id="rId7"/>
            <a:extLst>
              <a:ext uri="{FF2B5EF4-FFF2-40B4-BE49-F238E27FC236}">
                <a16:creationId xmlns:a16="http://schemas.microsoft.com/office/drawing/2014/main" id="{A3598CEF-0330-4423-84C1-B585F37B55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6103" y="3871296"/>
            <a:ext cx="324000" cy="32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442F28-7EEE-498B-9360-086D79CA9199}"/>
              </a:ext>
            </a:extLst>
          </p:cNvPr>
          <p:cNvSpPr txBox="1"/>
          <p:nvPr/>
        </p:nvSpPr>
        <p:spPr>
          <a:xfrm>
            <a:off x="4564372" y="1815649"/>
            <a:ext cx="33948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</a:rPr>
              <a:t>Cato SASE. Ready for Whatever’s Next.</a:t>
            </a:r>
          </a:p>
        </p:txBody>
      </p:sp>
    </p:spTree>
    <p:extLst>
      <p:ext uri="{BB962C8B-B14F-4D97-AF65-F5344CB8AC3E}">
        <p14:creationId xmlns:p14="http://schemas.microsoft.com/office/powerpoint/2010/main" val="784553860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5C6AF8A3-0F37-4849-AD55-40871E12F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184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E55AE33-E37F-4E53-8A42-3D9B6EB25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0108" y="186990"/>
            <a:ext cx="9650128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3DD027E-1F09-4A5D-8937-B89687FF93F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02010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318046-5ACC-4F8C-97CB-B5D7F573B5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7047B4-198F-4473-ACCE-EADC2BF840EE}"/>
              </a:ext>
            </a:extLst>
          </p:cNvPr>
          <p:cNvCxnSpPr>
            <a:cxnSpLocks/>
          </p:cNvCxnSpPr>
          <p:nvPr userDrawn="1"/>
        </p:nvCxnSpPr>
        <p:spPr>
          <a:xfrm>
            <a:off x="1719618" y="0"/>
            <a:ext cx="0" cy="1173707"/>
          </a:xfrm>
          <a:prstGeom prst="line">
            <a:avLst/>
          </a:prstGeom>
          <a:ln w="635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22">
            <a:extLst>
              <a:ext uri="{FF2B5EF4-FFF2-40B4-BE49-F238E27FC236}">
                <a16:creationId xmlns:a16="http://schemas.microsoft.com/office/drawing/2014/main" id="{E4C33CBF-C26E-9C4E-87E7-DFFCF1B10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3069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and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B5DB6-AEB8-A74A-9CF5-A587BCDDDDB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14325" y="1165225"/>
            <a:ext cx="11026775" cy="5091113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 marL="457200" indent="0">
              <a:buNone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endParaRPr lang="en-US"/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493AEE29-4948-4B43-9A69-90EFDC9A9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611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CDD38-E635-4C1F-B582-32F628AE0B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4102887"/>
            <a:ext cx="12192000" cy="2755113"/>
          </a:xfrm>
          <a:prstGeom prst="rect">
            <a:avLst/>
          </a:prstGeom>
          <a:pattFill prst="ltDnDiag">
            <a:fgClr>
              <a:schemeClr val="bg1"/>
            </a:fgClr>
            <a:bgClr>
              <a:srgbClr val="FAFAFA"/>
            </a:bgClr>
          </a:pattFill>
          <a:effectLst/>
        </p:spPr>
        <p:txBody>
          <a:bodyPr wrap="square" lIns="0" tIns="731520" rIns="0" bIns="1645920" anchor="t" anchorCtr="0">
            <a:spAutoFit/>
          </a:bodyPr>
          <a:lstStyle>
            <a:lvl1pPr>
              <a:defRPr kumimoji="0" lang="en-US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marR="0" lvl="0" indent="0" algn="ctr" defTabSz="914377" fontAlgn="auto">
              <a:lnSpc>
                <a:spcPts val="27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>
                <a:tab pos="231775" algn="l"/>
              </a:tabLst>
            </a:pPr>
            <a:r>
              <a:rPr lang="en-US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5C6AF8A3-0F37-4849-AD55-40871E12F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FDC74B-298C-4C00-B280-1F888A4DBE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9725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474D2C-636C-4B7A-8516-5FF9BA7A45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8DAA727-B620-4FB8-ACE2-13B7096987D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1165" y="2237336"/>
            <a:ext cx="1925050" cy="799077"/>
          </a:xfrm>
          <a:prstGeom prst="rect">
            <a:avLst/>
          </a:prstGeom>
        </p:spPr>
      </p:pic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0A51F82A-C493-AE45-8C39-BB0EA0A704B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94314" y="4253028"/>
            <a:ext cx="5356522" cy="31299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22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04A22A53-FC02-554F-BF0B-037C3AA762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94314" y="4566024"/>
            <a:ext cx="5356522" cy="31299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FontTx/>
              <a:buNone/>
              <a:defRPr sz="3200">
                <a:solidFill>
                  <a:schemeClr val="bg1"/>
                </a:solidFill>
              </a:defRPr>
            </a:lvl2pPr>
            <a:lvl3pPr marL="914400" indent="0">
              <a:buFontTx/>
              <a:buNone/>
              <a:defRPr sz="2800">
                <a:solidFill>
                  <a:schemeClr val="bg1"/>
                </a:solidFill>
              </a:defRPr>
            </a:lvl3pPr>
            <a:lvl4pPr marL="1371600" indent="0">
              <a:buFontTx/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FontTx/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9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dissolve/>
      </p:transition>
    </mc:Choice>
    <mc:Fallback xmlns="">
      <p:transition>
        <p:dissolv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AA02460A-E555-5A4B-90D9-A3F1BD5D65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246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le_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7" y="186991"/>
            <a:ext cx="11245947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8"/>
            <a:ext cx="9063039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44" indent="-285744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54" latinLnBrk="0"/>
            <a:r>
              <a:rPr lang="en-US"/>
              <a:t>Click to edit Master text styles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FFD90C3E-6227-4944-868A-EB9526CF0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0468" y="6518554"/>
            <a:ext cx="408632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2274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F7A937F7-52E3-43B7-915D-52084F5941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67" y="0"/>
            <a:ext cx="12187065" cy="6858000"/>
          </a:xfrm>
          <a:prstGeom prst="rect">
            <a:avLst/>
          </a:prstGeom>
        </p:spPr>
      </p:pic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6CE2BC32-FCF6-425A-BD47-556C3C40B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5760" y="1785980"/>
            <a:ext cx="7731938" cy="1105232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lang="en-US" sz="440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2C9E4533-1E93-482A-802D-5480BCE4168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5761" y="2647676"/>
            <a:ext cx="5356522" cy="1105232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lang="en-US" sz="200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EB3F6468-49BB-483D-B488-70AFF33D87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484877" y="4578077"/>
            <a:ext cx="5356522" cy="312996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lang="en-US" sz="2000">
                <a:solidFill>
                  <a:srgbClr val="D9D9D9"/>
                </a:solidFill>
              </a:defRPr>
            </a:lvl1pPr>
          </a:lstStyle>
          <a:p>
            <a:pPr marL="228600" lvl="0" indent="-228600"/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F14155AC-D6BC-4D92-B098-B489EDDA81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84877" y="4891073"/>
            <a:ext cx="5356522" cy="312996"/>
          </a:xfrm>
          <a:prstGeom prst="rect">
            <a:avLst/>
          </a:prstGeom>
        </p:spPr>
        <p:txBody>
          <a:bodyPr lIns="0"/>
          <a:lstStyle>
            <a:lvl1pPr marL="0" indent="0">
              <a:buFontTx/>
              <a:buNone/>
              <a:defRPr lang="en-US" sz="1400">
                <a:solidFill>
                  <a:srgbClr val="D9D9D9"/>
                </a:solidFill>
              </a:defRPr>
            </a:lvl1pPr>
          </a:lstStyle>
          <a:p>
            <a:pPr marL="228600" lvl="0" indent="-228600"/>
            <a:endParaRPr lang="en-US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ED16E2C-2B60-40B3-8BA3-1649346F29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365760"/>
            <a:ext cx="1465286" cy="730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6897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_sub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FFD90C3E-6227-4944-868A-EB9526CF0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4417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just ti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29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22">
            <a:extLst>
              <a:ext uri="{FF2B5EF4-FFF2-40B4-BE49-F238E27FC236}">
                <a16:creationId xmlns:a16="http://schemas.microsoft.com/office/drawing/2014/main" id="{4C6F9D11-5032-004A-8800-EF38AE1715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6005" y="6492875"/>
            <a:ext cx="539977" cy="365125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5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FA46B8-5C1B-1BFF-03D7-C8E869BCC67A}"/>
              </a:ext>
            </a:extLst>
          </p:cNvPr>
          <p:cNvSpPr/>
          <p:nvPr userDrawn="1"/>
        </p:nvSpPr>
        <p:spPr>
          <a:xfrm>
            <a:off x="0" y="1"/>
            <a:ext cx="12192000" cy="3998793"/>
          </a:xfrm>
          <a:prstGeom prst="rect">
            <a:avLst/>
          </a:prstGeom>
          <a:solidFill>
            <a:schemeClr val="tx1"/>
          </a:solidFill>
          <a:ln w="0"/>
          <a:effectLst>
            <a:outerShdw blurRad="215900" dist="50800" dir="5400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DA47E04-FD8A-054A-862B-2C2DD3EF3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89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5C077322-21BD-9F4D-9657-A07645EA7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93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D9EC1-DBD1-4F05-ACC4-BC5F8A771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138" y="1112225"/>
            <a:ext cx="10515600" cy="3776737"/>
          </a:xfrm>
          <a:prstGeom prst="rect">
            <a:avLst/>
          </a:prstGeom>
        </p:spPr>
        <p:txBody>
          <a:bodyPr lIns="0">
            <a:normAutofit/>
          </a:bodyPr>
          <a:lstStyle>
            <a:lvl1pPr marL="228600" indent="-228600">
              <a:buClr>
                <a:schemeClr val="tx1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2400" b="1">
                <a:latin typeface="+mn-lt"/>
              </a:defRPr>
            </a:lvl1pPr>
            <a:lvl2pPr marL="457200" indent="-223838">
              <a:buClr>
                <a:schemeClr val="tx1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690563" indent="-233363">
              <a:buClr>
                <a:schemeClr val="tx1">
                  <a:lumMod val="25000"/>
                  <a:lumOff val="75000"/>
                </a:schemeClr>
              </a:buClr>
              <a:buFont typeface="Arial" panose="020B0604020202020204" pitchFamily="34" charset="0"/>
              <a:buChar char="•"/>
              <a:defRPr sz="1800">
                <a:latin typeface="+mn-lt"/>
              </a:defRPr>
            </a:lvl3pPr>
            <a:lvl4pPr marL="914400" indent="-223838">
              <a:buClr>
                <a:schemeClr val="accent1"/>
              </a:buClr>
              <a:buFont typeface="Wingdings" pitchFamily="2" charset="2"/>
              <a:buChar char="§"/>
              <a:defRPr sz="1600">
                <a:latin typeface="+mn-lt"/>
              </a:defRPr>
            </a:lvl4pPr>
            <a:lvl5pPr marL="862013" indent="-234950">
              <a:buClr>
                <a:schemeClr val="accent1"/>
              </a:buClr>
              <a:buFont typeface="Wingdings" pitchFamily="2" charset="2"/>
              <a:buChar char="§"/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DA47E04-FD8A-054A-862B-2C2DD3EF3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89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732F1AE-B816-1147-9322-4D2C599000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5081FA9-CEF9-484D-BF4F-61FB1B107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607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21058-B675-437A-D4D1-ABDA5F65E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99935-2F81-26CB-42CF-BC954904B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5DA4B-F336-9C75-5629-87FCDEA5D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D1EF1-D92B-7D43-99F0-6F1B6A8F0CBC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86163-874D-732C-3AD2-356BF7D8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0477-056E-6781-4D1C-E54A7595E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7EC6B-E247-C140-98C5-C57BB987BA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9165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gradFill>
          <a:gsLst>
            <a:gs pos="0">
              <a:schemeClr val="tx1"/>
            </a:gs>
            <a:gs pos="100000">
              <a:schemeClr val="accent1">
                <a:lumMod val="50000"/>
              </a:schemeClr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D542BE6-878D-A8D9-05D2-C95BC2032BA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049" r="17920" b="58407"/>
          <a:stretch/>
        </p:blipFill>
        <p:spPr>
          <a:xfrm rot="16200000">
            <a:off x="5220631" y="-113371"/>
            <a:ext cx="6858000" cy="70847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C455F6-296C-8F86-928A-C30150B840A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54883" y="414847"/>
            <a:ext cx="1596837" cy="658436"/>
          </a:xfrm>
          <a:prstGeom prst="rect">
            <a:avLst/>
          </a:prstGeom>
        </p:spPr>
      </p:pic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E691F1C6-1A6D-7F63-AD85-1DB691ADC6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519" y="2186927"/>
            <a:ext cx="6696290" cy="1898020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ts val="6900"/>
              </a:lnSpc>
              <a:buNone/>
              <a:defRPr sz="60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Dolor</a:t>
            </a:r>
            <a:endParaRPr lang="en-IL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7F51F503-9C4B-915E-15DE-062B879C582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9519" y="4037386"/>
            <a:ext cx="6011103" cy="829394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6">
                    <a:lumMod val="60000"/>
                    <a:lumOff val="40000"/>
                  </a:schemeClr>
                </a:solidFill>
                <a:latin typeface="Poppins Medium" pitchFamily="2" charset="77"/>
                <a:cs typeface="Poppins Medium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</a:t>
            </a:r>
            <a:endParaRPr lang="en-IL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326635-6ACE-C40D-8CAE-C32BDE5023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21919" t="-1" r="17332" b="40593"/>
          <a:stretch/>
        </p:blipFill>
        <p:spPr>
          <a:xfrm rot="16200000">
            <a:off x="5471982" y="137979"/>
            <a:ext cx="6858006" cy="658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8142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46724-E269-4C09-9307-64D5607F6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tx1">
                  <a:lumMod val="50000"/>
                  <a:lumOff val="50000"/>
                </a:schemeClr>
              </a:buClr>
              <a:defRPr/>
            </a:lvl1pPr>
            <a:lvl2pPr>
              <a:buClr>
                <a:schemeClr val="tx1">
                  <a:lumMod val="50000"/>
                  <a:lumOff val="50000"/>
                </a:schemeClr>
              </a:buClr>
              <a:defRPr/>
            </a:lvl2pPr>
            <a:lvl3pPr>
              <a:buClr>
                <a:schemeClr val="tx1">
                  <a:lumMod val="50000"/>
                  <a:lumOff val="50000"/>
                </a:schemeClr>
              </a:buClr>
              <a:defRPr/>
            </a:lvl3pPr>
            <a:lvl4pPr>
              <a:buClr>
                <a:schemeClr val="tx1">
                  <a:lumMod val="50000"/>
                  <a:lumOff val="50000"/>
                </a:schemeClr>
              </a:buClr>
              <a:defRPr/>
            </a:lvl4pPr>
            <a:lvl5pPr>
              <a:buClr>
                <a:schemeClr val="tx1">
                  <a:lumMod val="50000"/>
                  <a:lumOff val="50000"/>
                </a:schemeClr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5830376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871AE41-C413-EFC1-00A7-D0387B4D69D7}"/>
              </a:ext>
            </a:extLst>
          </p:cNvPr>
          <p:cNvSpPr/>
          <p:nvPr userDrawn="1"/>
        </p:nvSpPr>
        <p:spPr>
          <a:xfrm>
            <a:off x="-4283" y="3429000"/>
            <a:ext cx="12196283" cy="3429001"/>
          </a:xfrm>
          <a:prstGeom prst="rect">
            <a:avLst/>
          </a:prstGeom>
          <a:solidFill>
            <a:schemeClr val="tx1">
              <a:lumMod val="10000"/>
              <a:lumOff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C5F7DE-7458-CA24-F2DA-39A0D3438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C21D5-8E1F-56BD-0D74-5944892DE8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44D272-7787-42F5-8E85-5772E5920C77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21CDE3-8BA7-7FBC-5177-EF147D40C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7C6CF7-0663-7D62-4F10-7244832A49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D02413-6456-CB9F-4028-8B3DFE92D8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t="15624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</p:spPr>
      </p:pic>
      <p:sp>
        <p:nvSpPr>
          <p:cNvPr id="15" name="Chord 14">
            <a:extLst>
              <a:ext uri="{FF2B5EF4-FFF2-40B4-BE49-F238E27FC236}">
                <a16:creationId xmlns:a16="http://schemas.microsoft.com/office/drawing/2014/main" id="{6B4496B5-2E78-1E32-89AF-25D87E4AB4AA}"/>
              </a:ext>
            </a:extLst>
          </p:cNvPr>
          <p:cNvSpPr/>
          <p:nvPr userDrawn="1"/>
        </p:nvSpPr>
        <p:spPr>
          <a:xfrm rot="10395880">
            <a:off x="1511378" y="5171382"/>
            <a:ext cx="9169245" cy="9169245"/>
          </a:xfrm>
          <a:prstGeom prst="chord">
            <a:avLst>
              <a:gd name="adj1" fmla="val 2700000"/>
              <a:gd name="adj2" fmla="val 8939481"/>
            </a:avLst>
          </a:prstGeom>
          <a:solidFill>
            <a:srgbClr val="0E1C1A"/>
          </a:solidFill>
          <a:ln>
            <a:noFill/>
          </a:ln>
          <a:effectLst>
            <a:outerShdw blurRad="1270000" dist="50800" dir="16560000" sx="98000" sy="98000" algn="ctr" rotWithShape="0">
              <a:schemeClr val="bg2">
                <a:alpha val="54844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0243225-AD2B-5A73-9DCC-745E6785F9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81903" y="891508"/>
            <a:ext cx="8628196" cy="63058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45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endParaRPr lang="en-IL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8826E7AA-C394-F8AC-1497-92411EC11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81902" y="1911948"/>
            <a:ext cx="8628197" cy="2949697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buFontTx/>
              <a:buBlip>
                <a:blip r:embed="rId5"/>
              </a:buBlip>
              <a:defRPr sz="1600"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Lorem ipsum dolor 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lab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err="1"/>
              <a:t>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reprehe</a:t>
            </a: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err="1"/>
              <a:t>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IL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L"/>
          </a:p>
        </p:txBody>
      </p:sp>
      <p:sp>
        <p:nvSpPr>
          <p:cNvPr id="18" name="Date Placeholder 5">
            <a:extLst>
              <a:ext uri="{FF2B5EF4-FFF2-40B4-BE49-F238E27FC236}">
                <a16:creationId xmlns:a16="http://schemas.microsoft.com/office/drawing/2014/main" id="{5B2562CD-0D7F-8BD1-18E1-63AFCD8A88D2}"/>
              </a:ext>
            </a:extLst>
          </p:cNvPr>
          <p:cNvSpPr txBox="1">
            <a:spLocks/>
          </p:cNvSpPr>
          <p:nvPr userDrawn="1"/>
        </p:nvSpPr>
        <p:spPr>
          <a:xfrm>
            <a:off x="10137912" y="6356350"/>
            <a:ext cx="18519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Poppins" pitchFamily="2" charset="77"/>
                <a:ea typeface="+mn-ea"/>
                <a:cs typeface="Poppins" pitchFamily="2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l" defTabSz="914400" rtl="0" eaLnBrk="1" latinLnBrk="0" hangingPunct="1"/>
            <a:endParaRPr lang="en-IL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F621D61-F211-2467-CF4D-527411229DE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77324" y="6250260"/>
            <a:ext cx="943419" cy="38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6196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517C8DDA-B338-E241-4D1B-3191E5DB42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531391">
            <a:off x="-10305681" y="-5753031"/>
            <a:ext cx="22508351" cy="13889124"/>
          </a:xfrm>
          <a:prstGeom prst="rect">
            <a:avLst/>
          </a:prstGeom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09F4694-5E8D-2CAC-77CD-12E2F8F4D974}"/>
              </a:ext>
            </a:extLst>
          </p:cNvPr>
          <p:cNvSpPr/>
          <p:nvPr userDrawn="1"/>
        </p:nvSpPr>
        <p:spPr>
          <a:xfrm>
            <a:off x="1321593" y="2237873"/>
            <a:ext cx="9548813" cy="3188369"/>
          </a:xfrm>
          <a:prstGeom prst="roundRect">
            <a:avLst/>
          </a:prstGeom>
          <a:solidFill>
            <a:srgbClr val="38D9A7"/>
          </a:solidFill>
          <a:ln w="19050" cap="flat" cmpd="sng" algn="ctr">
            <a:noFill/>
            <a:prstDash val="solid"/>
            <a:miter lim="800000"/>
          </a:ln>
          <a:effectLst>
            <a:glow rad="835290">
              <a:srgbClr val="168763">
                <a:alpha val="40000"/>
              </a:srgbClr>
            </a:glo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L" sz="1800" b="0" i="0" u="none" strike="noStrike" kern="0" cap="none" spc="0" normalizeH="0" baseline="0" noProof="0">
                <a:ln>
                  <a:noFill/>
                </a:ln>
                <a:solidFill>
                  <a:srgbClr val="F6F6F7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FE08952-DB1E-04C8-525B-904AE20E2045}"/>
              </a:ext>
            </a:extLst>
          </p:cNvPr>
          <p:cNvSpPr/>
          <p:nvPr userDrawn="1"/>
        </p:nvSpPr>
        <p:spPr>
          <a:xfrm>
            <a:off x="1473993" y="2390273"/>
            <a:ext cx="9548813" cy="318836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>
            <a:glow rad="835290">
              <a:schemeClr val="bg2"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71F3F73-E3FB-4207-168E-C336CF56FDA9}"/>
              </a:ext>
            </a:extLst>
          </p:cNvPr>
          <p:cNvSpPr/>
          <p:nvPr userDrawn="1"/>
        </p:nvSpPr>
        <p:spPr>
          <a:xfrm>
            <a:off x="991565" y="1908606"/>
            <a:ext cx="10513670" cy="3910263"/>
          </a:xfrm>
          <a:prstGeom prst="roundRect">
            <a:avLst>
              <a:gd name="adj" fmla="val 512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142E653C-0460-DD60-F190-52CC9E8B864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46628" y="795691"/>
            <a:ext cx="9698743" cy="824766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4500" b="1" i="0"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endParaRPr lang="en-IL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405D4388-5937-AD5A-B9BC-D85BC96B31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1243" y="2074045"/>
            <a:ext cx="9489512" cy="3340165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50000"/>
              </a:lnSpc>
              <a:buNone/>
              <a:defRPr sz="2400" b="0" i="0">
                <a:solidFill>
                  <a:schemeClr val="tx1">
                    <a:lumMod val="90000"/>
                    <a:lumOff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</a:t>
            </a:r>
            <a:r>
              <a:rPr lang="en-US" err="1"/>
              <a:t>doullamco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IL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 Duis </a:t>
            </a:r>
            <a:r>
              <a:rPr lang="en-US" err="1"/>
              <a:t>aute</a:t>
            </a:r>
            <a:r>
              <a:rPr lang="en-US"/>
              <a:t> </a:t>
            </a:r>
            <a:r>
              <a:rPr lang="en-US" err="1"/>
              <a:t>irure</a:t>
            </a:r>
            <a:r>
              <a:rPr lang="en-US"/>
              <a:t> dolor in </a:t>
            </a:r>
            <a:r>
              <a:rPr lang="en-US" err="1"/>
              <a:t>reprehenderit</a:t>
            </a:r>
            <a:r>
              <a:rPr lang="en-US"/>
              <a:t> in </a:t>
            </a:r>
            <a:r>
              <a:rPr lang="en-US" err="1"/>
              <a:t>voluptate</a:t>
            </a:r>
            <a:r>
              <a:rPr lang="en-US"/>
              <a:t> </a:t>
            </a:r>
            <a:r>
              <a:rPr lang="en-US" err="1"/>
              <a:t>velit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34451234"/>
      </p:ext>
    </p:extLst>
  </p:cSld>
  <p:clrMapOvr>
    <a:masterClrMapping/>
  </p:clrMapOvr>
  <p:hf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D796C9-3E73-8768-6B26-7E74833EEF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31801" r="65049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AA76619-2A8A-652F-2159-81DE63330298}"/>
              </a:ext>
            </a:extLst>
          </p:cNvPr>
          <p:cNvSpPr/>
          <p:nvPr userDrawn="1"/>
        </p:nvSpPr>
        <p:spPr>
          <a:xfrm>
            <a:off x="848139" y="1848679"/>
            <a:ext cx="3140765" cy="4010254"/>
          </a:xfrm>
          <a:prstGeom prst="roundRect">
            <a:avLst>
              <a:gd name="adj" fmla="val 7144"/>
            </a:avLst>
          </a:prstGeom>
          <a:solidFill>
            <a:schemeClr val="bg1"/>
          </a:solidFill>
          <a:ln>
            <a:noFill/>
          </a:ln>
          <a:effectLst>
            <a:outerShdw blurRad="602446" dist="558736" dir="5400000" sx="89000" sy="890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E406C58-786D-E317-EA91-C266825A8980}"/>
              </a:ext>
            </a:extLst>
          </p:cNvPr>
          <p:cNvSpPr/>
          <p:nvPr userDrawn="1"/>
        </p:nvSpPr>
        <p:spPr>
          <a:xfrm>
            <a:off x="4522830" y="1848679"/>
            <a:ext cx="3140765" cy="4010254"/>
          </a:xfrm>
          <a:prstGeom prst="roundRect">
            <a:avLst>
              <a:gd name="adj" fmla="val 7144"/>
            </a:avLst>
          </a:prstGeom>
          <a:solidFill>
            <a:schemeClr val="bg1"/>
          </a:solidFill>
          <a:ln>
            <a:noFill/>
          </a:ln>
          <a:effectLst>
            <a:outerShdw blurRad="602446" dist="558736" dir="5400000" sx="89000" sy="890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he-IL"/>
              <a:t>]</a:t>
            </a:r>
            <a:endParaRPr lang="en-IL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167677C-1E27-1074-4212-F32307EDE844}"/>
              </a:ext>
            </a:extLst>
          </p:cNvPr>
          <p:cNvSpPr/>
          <p:nvPr userDrawn="1"/>
        </p:nvSpPr>
        <p:spPr>
          <a:xfrm>
            <a:off x="8197521" y="1848679"/>
            <a:ext cx="3140765" cy="4010254"/>
          </a:xfrm>
          <a:prstGeom prst="roundRect">
            <a:avLst>
              <a:gd name="adj" fmla="val 7144"/>
            </a:avLst>
          </a:prstGeom>
          <a:solidFill>
            <a:schemeClr val="bg1"/>
          </a:solidFill>
          <a:ln>
            <a:noFill/>
          </a:ln>
          <a:effectLst>
            <a:outerShdw blurRad="602446" dist="558736" dir="5400000" sx="89000" sy="890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he-IL"/>
              <a:t>]</a:t>
            </a:r>
            <a:endParaRPr lang="en-IL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EA307E3-FA8E-EC6D-E4DE-82D84C3A05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2726" y="795691"/>
            <a:ext cx="9986548" cy="715058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4500" b="1" i="0">
                <a:solidFill>
                  <a:srgbClr val="158864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endParaRPr lang="en-IL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345775D-D0FC-6339-62D7-8113E79536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2307" y="6244849"/>
            <a:ext cx="955557" cy="397114"/>
          </a:xfrm>
          <a:prstGeom prst="rect">
            <a:avLst/>
          </a:prstGeom>
        </p:spPr>
      </p:pic>
      <p:sp>
        <p:nvSpPr>
          <p:cNvPr id="22" name="Slide Number Placeholder 6">
            <a:extLst>
              <a:ext uri="{FF2B5EF4-FFF2-40B4-BE49-F238E27FC236}">
                <a16:creationId xmlns:a16="http://schemas.microsoft.com/office/drawing/2014/main" id="{69385B5A-F39C-3565-E792-866D7A4D1A17}"/>
              </a:ext>
            </a:extLst>
          </p:cNvPr>
          <p:cNvSpPr txBox="1">
            <a:spLocks/>
          </p:cNvSpPr>
          <p:nvPr userDrawn="1"/>
        </p:nvSpPr>
        <p:spPr>
          <a:xfrm>
            <a:off x="9961097" y="6340166"/>
            <a:ext cx="17724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8331309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D796C9-3E73-8768-6B26-7E74833EEF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70000"/>
          </a:blip>
          <a:srcRect t="31801" r="65049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AA76619-2A8A-652F-2159-81DE63330298}"/>
              </a:ext>
            </a:extLst>
          </p:cNvPr>
          <p:cNvSpPr/>
          <p:nvPr userDrawn="1"/>
        </p:nvSpPr>
        <p:spPr>
          <a:xfrm>
            <a:off x="631436" y="2178445"/>
            <a:ext cx="2571484" cy="3283373"/>
          </a:xfrm>
          <a:prstGeom prst="roundRect">
            <a:avLst>
              <a:gd name="adj" fmla="val 7144"/>
            </a:avLst>
          </a:prstGeom>
          <a:solidFill>
            <a:schemeClr val="bg1"/>
          </a:solidFill>
          <a:ln>
            <a:noFill/>
          </a:ln>
          <a:effectLst>
            <a:outerShdw blurRad="602446" dist="558736" dir="5400000" sx="89000" sy="890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IL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E406C58-786D-E317-EA91-C266825A8980}"/>
              </a:ext>
            </a:extLst>
          </p:cNvPr>
          <p:cNvSpPr/>
          <p:nvPr userDrawn="1"/>
        </p:nvSpPr>
        <p:spPr>
          <a:xfrm>
            <a:off x="3426824" y="2173334"/>
            <a:ext cx="2571484" cy="3283373"/>
          </a:xfrm>
          <a:prstGeom prst="roundRect">
            <a:avLst>
              <a:gd name="adj" fmla="val 7144"/>
            </a:avLst>
          </a:prstGeom>
          <a:solidFill>
            <a:schemeClr val="bg1"/>
          </a:solidFill>
          <a:ln>
            <a:noFill/>
          </a:ln>
          <a:effectLst>
            <a:outerShdw blurRad="602446" dist="558736" dir="5400000" sx="89000" sy="890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he-IL"/>
              <a:t>]</a:t>
            </a:r>
            <a:endParaRPr lang="en-IL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167677C-1E27-1074-4212-F32307EDE844}"/>
              </a:ext>
            </a:extLst>
          </p:cNvPr>
          <p:cNvSpPr/>
          <p:nvPr userDrawn="1"/>
        </p:nvSpPr>
        <p:spPr>
          <a:xfrm>
            <a:off x="9017601" y="2178444"/>
            <a:ext cx="2571484" cy="3283373"/>
          </a:xfrm>
          <a:prstGeom prst="roundRect">
            <a:avLst>
              <a:gd name="adj" fmla="val 7144"/>
            </a:avLst>
          </a:prstGeom>
          <a:solidFill>
            <a:schemeClr val="bg1"/>
          </a:solidFill>
          <a:ln>
            <a:noFill/>
          </a:ln>
          <a:effectLst>
            <a:outerShdw blurRad="602446" dist="558736" dir="5400000" sx="89000" sy="890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he-IL"/>
              <a:t>]</a:t>
            </a:r>
            <a:endParaRPr lang="en-IL"/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EA307E3-FA8E-EC6D-E4DE-82D84C3A05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02726" y="795691"/>
            <a:ext cx="9986548" cy="715058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4500" b="1" i="0">
                <a:solidFill>
                  <a:srgbClr val="158864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endParaRPr lang="en-IL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345775D-D0FC-6339-62D7-8113E79536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2307" y="6244849"/>
            <a:ext cx="955557" cy="397114"/>
          </a:xfrm>
          <a:prstGeom prst="rect">
            <a:avLst/>
          </a:prstGeom>
        </p:spPr>
      </p:pic>
      <p:sp>
        <p:nvSpPr>
          <p:cNvPr id="22" name="Slide Number Placeholder 6">
            <a:extLst>
              <a:ext uri="{FF2B5EF4-FFF2-40B4-BE49-F238E27FC236}">
                <a16:creationId xmlns:a16="http://schemas.microsoft.com/office/drawing/2014/main" id="{69385B5A-F39C-3565-E792-866D7A4D1A17}"/>
              </a:ext>
            </a:extLst>
          </p:cNvPr>
          <p:cNvSpPr txBox="1">
            <a:spLocks/>
          </p:cNvSpPr>
          <p:nvPr userDrawn="1"/>
        </p:nvSpPr>
        <p:spPr>
          <a:xfrm>
            <a:off x="9922449" y="6356350"/>
            <a:ext cx="17724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67EF84-6C80-7680-47FF-6D884795C413}"/>
              </a:ext>
            </a:extLst>
          </p:cNvPr>
          <p:cNvSpPr/>
          <p:nvPr userDrawn="1"/>
        </p:nvSpPr>
        <p:spPr>
          <a:xfrm>
            <a:off x="6222212" y="2173334"/>
            <a:ext cx="2571484" cy="3283373"/>
          </a:xfrm>
          <a:prstGeom prst="roundRect">
            <a:avLst>
              <a:gd name="adj" fmla="val 7144"/>
            </a:avLst>
          </a:prstGeom>
          <a:solidFill>
            <a:schemeClr val="bg1"/>
          </a:solidFill>
          <a:ln>
            <a:noFill/>
          </a:ln>
          <a:effectLst>
            <a:outerShdw blurRad="602446" dist="558736" dir="5400000" sx="89000" sy="890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1" eaLnBrk="1" latinLnBrk="0" hangingPunct="1"/>
            <a:r>
              <a:rPr lang="he-IL"/>
              <a:t>]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167919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FBE3-E447-4593-9D29-D23F9A03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F121-D797-47D5-BB5B-C41FCD77B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219" y="1294662"/>
            <a:ext cx="564832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CE33C-15E7-463B-A719-8F944C6C7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94662"/>
            <a:ext cx="564832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DB3B5C1-B65E-459F-8DE4-A1CCBCEB5D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1775625"/>
      </p:ext>
    </p:extLst>
  </p:cSld>
  <p:clrMapOvr>
    <a:masterClrMapping/>
  </p:clrMapOvr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7E0835-8031-4C40-B644-960ED469D8DD}"/>
              </a:ext>
            </a:extLst>
          </p:cNvPr>
          <p:cNvGrpSpPr/>
          <p:nvPr/>
        </p:nvGrpSpPr>
        <p:grpSpPr>
          <a:xfrm>
            <a:off x="9994965" y="1461676"/>
            <a:ext cx="1790875" cy="1548151"/>
            <a:chOff x="9994965" y="1461676"/>
            <a:chExt cx="1790875" cy="15481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6116BF-2E29-406D-A91D-3290ACCD03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25051" y="1461676"/>
              <a:ext cx="1112760" cy="546264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16D192-6281-462B-B727-03EA6907AE5D}"/>
                </a:ext>
              </a:extLst>
            </p:cNvPr>
            <p:cNvSpPr txBox="1"/>
            <p:nvPr/>
          </p:nvSpPr>
          <p:spPr>
            <a:xfrm>
              <a:off x="9994965" y="2071108"/>
              <a:ext cx="1790875" cy="9387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>
                  <a:srgbClr val="127958"/>
                </a:buClr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Flexible Management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Self-service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Co-managed</a:t>
              </a:r>
            </a:p>
            <a:p>
              <a:pPr marL="117475" marR="0" lvl="0" indent="-11747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22C33">
                    <a:lumMod val="25000"/>
                    <a:lumOff val="75000"/>
                  </a:srgbClr>
                </a:buClr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C3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Fully managed</a:t>
              </a:r>
            </a:p>
          </p:txBody>
        </p:sp>
      </p:grpSp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B5C4FA2-CF25-4C5B-B790-A37E65684E54}"/>
              </a:ext>
            </a:extLst>
          </p:cNvPr>
          <p:cNvGrpSpPr/>
          <p:nvPr/>
        </p:nvGrpSpPr>
        <p:grpSpPr>
          <a:xfrm>
            <a:off x="6144482" y="1408394"/>
            <a:ext cx="2649460" cy="1585140"/>
            <a:chOff x="5328375" y="1408394"/>
            <a:chExt cx="2649460" cy="1585140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1E07D88-863E-41D5-B2D0-E0766BEF8BE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 flipH="1">
              <a:off x="5328375" y="1554246"/>
              <a:ext cx="783699" cy="1439288"/>
            </a:xfrm>
            <a:prstGeom prst="rect">
              <a:avLst/>
            </a:prstGeom>
          </p:spPr>
        </p:pic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FB577DC2-85F9-439D-8DE9-DA8FBBBC7409}"/>
                </a:ext>
              </a:extLst>
            </p:cNvPr>
            <p:cNvGrpSpPr/>
            <p:nvPr/>
          </p:nvGrpSpPr>
          <p:grpSpPr>
            <a:xfrm>
              <a:off x="6058720" y="1408394"/>
              <a:ext cx="1919115" cy="963318"/>
              <a:chOff x="5942039" y="1446816"/>
              <a:chExt cx="1919115" cy="963318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4F8EDE0-6194-4DFE-BA35-0BADF5A23707}"/>
                  </a:ext>
                </a:extLst>
              </p:cNvPr>
              <p:cNvSpPr/>
              <p:nvPr/>
            </p:nvSpPr>
            <p:spPr>
              <a:xfrm>
                <a:off x="5942039" y="1446816"/>
                <a:ext cx="864339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NG Firewall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3FEBEA4-A290-4E1F-B15F-01FCD9D072A0}"/>
                  </a:ext>
                </a:extLst>
              </p:cNvPr>
              <p:cNvSpPr/>
              <p:nvPr/>
            </p:nvSpPr>
            <p:spPr>
              <a:xfrm>
                <a:off x="5942039" y="1663884"/>
                <a:ext cx="1468672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Secure Web Gateway 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5AC0677C-6501-402E-8743-5216F26791D2}"/>
                  </a:ext>
                </a:extLst>
              </p:cNvPr>
              <p:cNvSpPr/>
              <p:nvPr/>
            </p:nvSpPr>
            <p:spPr>
              <a:xfrm>
                <a:off x="5942039" y="1911367"/>
                <a:ext cx="191911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Advanced Threat Prevention  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458A31F-BAD3-446B-9F98-881F167E169B}"/>
                  </a:ext>
                </a:extLst>
              </p:cNvPr>
              <p:cNvSpPr/>
              <p:nvPr/>
            </p:nvSpPr>
            <p:spPr>
              <a:xfrm>
                <a:off x="5942039" y="2136276"/>
                <a:ext cx="1726755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and Mobile Security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59527F-F9D2-44F8-954C-11137634E415}"/>
              </a:ext>
            </a:extLst>
          </p:cNvPr>
          <p:cNvGrpSpPr/>
          <p:nvPr/>
        </p:nvGrpSpPr>
        <p:grpSpPr>
          <a:xfrm>
            <a:off x="3659831" y="1408394"/>
            <a:ext cx="2464573" cy="1585140"/>
            <a:chOff x="2843724" y="1408394"/>
            <a:chExt cx="2464573" cy="1585140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D68E4D2-81C4-43FC-8BB1-AC87C1BBEAB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9806"/>
            <a:stretch/>
          </p:blipFill>
          <p:spPr>
            <a:xfrm>
              <a:off x="4524598" y="1554246"/>
              <a:ext cx="783699" cy="1439288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0D75136-6A4F-41ED-8CC5-5FCFC92498DF}"/>
                </a:ext>
              </a:extLst>
            </p:cNvPr>
            <p:cNvGrpSpPr/>
            <p:nvPr/>
          </p:nvGrpSpPr>
          <p:grpSpPr>
            <a:xfrm>
              <a:off x="2843724" y="1408394"/>
              <a:ext cx="1747594" cy="963318"/>
              <a:chOff x="2640072" y="1434290"/>
              <a:chExt cx="1747594" cy="96331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86F1819-A363-4938-9651-91C834CD94C8}"/>
                  </a:ext>
                </a:extLst>
              </p:cNvPr>
              <p:cNvSpPr/>
              <p:nvPr/>
            </p:nvSpPr>
            <p:spPr>
              <a:xfrm>
                <a:off x="3066470" y="1434290"/>
                <a:ext cx="1321196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 Optimization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00F7753-7FA0-4EC3-84DB-F37A2A8ACD7E}"/>
                  </a:ext>
                </a:extLst>
              </p:cNvPr>
              <p:cNvSpPr/>
              <p:nvPr/>
            </p:nvSpPr>
            <p:spPr>
              <a:xfrm>
                <a:off x="3096928" y="1651358"/>
                <a:ext cx="1290738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WAN Optimization</a:t>
                </a: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69D292F-BA87-4BD0-864E-A321B92DE6A0}"/>
                  </a:ext>
                </a:extLst>
              </p:cNvPr>
              <p:cNvSpPr/>
              <p:nvPr/>
            </p:nvSpPr>
            <p:spPr>
              <a:xfrm>
                <a:off x="2640072" y="1898841"/>
                <a:ext cx="1747594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Global Route Optimization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D7FCAE52-A4B2-4BB3-B7C6-C4C66C5A4C76}"/>
                  </a:ext>
                </a:extLst>
              </p:cNvPr>
              <p:cNvSpPr/>
              <p:nvPr/>
            </p:nvSpPr>
            <p:spPr>
              <a:xfrm>
                <a:off x="2752283" y="2123750"/>
                <a:ext cx="1635383" cy="27385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r" defTabSz="914400" rtl="0" eaLnBrk="1" fontAlgn="auto" latinLnBrk="0" hangingPunct="1">
                  <a:lnSpc>
                    <a:spcPts val="15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158864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Self-healing Architecture</a:t>
                </a:r>
              </a:p>
            </p:txBody>
          </p:sp>
        </p:grp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0D43E9A2-20C8-4031-B969-EFBA0E6C4B8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11510" y="3083940"/>
            <a:ext cx="6045866" cy="1022462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B46D4916-A549-45D5-90FE-E35F46D5FEB3}"/>
              </a:ext>
            </a:extLst>
          </p:cNvPr>
          <p:cNvGrpSpPr/>
          <p:nvPr/>
        </p:nvGrpSpPr>
        <p:grpSpPr>
          <a:xfrm>
            <a:off x="1453471" y="2069038"/>
            <a:ext cx="2336333" cy="1811732"/>
            <a:chOff x="2285868" y="3762352"/>
            <a:chExt cx="1885286" cy="1461963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BA8495D-B394-4B9B-AD2C-2C27E3E3DE96}"/>
                </a:ext>
              </a:extLst>
            </p:cNvPr>
            <p:cNvCxnSpPr>
              <a:cxnSpLocks/>
            </p:cNvCxnSpPr>
            <p:nvPr/>
          </p:nvCxnSpPr>
          <p:spPr>
            <a:xfrm>
              <a:off x="3123368" y="4546943"/>
              <a:ext cx="462556" cy="316356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CD0E61C5-6FF5-40BE-8FAC-45DE3F69C6C8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08" y="4467929"/>
              <a:ext cx="923980" cy="442685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019B2C3A-C0D0-4E44-8C2D-2F7D48A7FF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07072" y="4303678"/>
              <a:ext cx="409034" cy="256090"/>
            </a:xfrm>
            <a:prstGeom prst="rect">
              <a:avLst/>
            </a:prstGeom>
          </p:spPr>
        </p:pic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6997227-5BCC-46C6-B532-74516A38929D}"/>
                </a:ext>
              </a:extLst>
            </p:cNvPr>
            <p:cNvCxnSpPr/>
            <p:nvPr/>
          </p:nvCxnSpPr>
          <p:spPr>
            <a:xfrm flipH="1">
              <a:off x="3750602" y="4546943"/>
              <a:ext cx="190681" cy="2860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1AE1DD8-F717-4B3E-B160-DFC024D4D4C8}"/>
                </a:ext>
              </a:extLst>
            </p:cNvPr>
            <p:cNvCxnSpPr/>
            <p:nvPr/>
          </p:nvCxnSpPr>
          <p:spPr>
            <a:xfrm>
              <a:off x="3690606" y="4178339"/>
              <a:ext cx="0" cy="684960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A378109-B75F-4C57-95D0-BD7C1A6C9BAF}"/>
                </a:ext>
              </a:extLst>
            </p:cNvPr>
            <p:cNvCxnSpPr/>
            <p:nvPr/>
          </p:nvCxnSpPr>
          <p:spPr>
            <a:xfrm>
              <a:off x="3460923" y="4000903"/>
              <a:ext cx="207340" cy="87973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83C1737-B062-4C09-B85E-DF3364358B7D}"/>
                </a:ext>
              </a:extLst>
            </p:cNvPr>
            <p:cNvCxnSpPr>
              <a:cxnSpLocks/>
            </p:cNvCxnSpPr>
            <p:nvPr/>
          </p:nvCxnSpPr>
          <p:spPr>
            <a:xfrm>
              <a:off x="3080194" y="4068225"/>
              <a:ext cx="566401" cy="799408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8F5F7F0-8796-4CBF-8136-76927590A288}"/>
                </a:ext>
              </a:extLst>
            </p:cNvPr>
            <p:cNvCxnSpPr/>
            <p:nvPr/>
          </p:nvCxnSpPr>
          <p:spPr>
            <a:xfrm>
              <a:off x="2948876" y="4766983"/>
              <a:ext cx="645715" cy="161321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6002816-B12B-4C98-9097-348318F06B46}"/>
                </a:ext>
              </a:extLst>
            </p:cNvPr>
            <p:cNvCxnSpPr/>
            <p:nvPr/>
          </p:nvCxnSpPr>
          <p:spPr>
            <a:xfrm flipV="1">
              <a:off x="3235573" y="4954306"/>
              <a:ext cx="341683" cy="82882"/>
            </a:xfrm>
            <a:prstGeom prst="line">
              <a:avLst/>
            </a:prstGeom>
            <a:ln w="9525">
              <a:solidFill>
                <a:schemeClr val="tx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513E5A94-F649-4324-B080-F739A32EC54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20243" y="3965009"/>
              <a:ext cx="439090" cy="291395"/>
            </a:xfrm>
            <a:prstGeom prst="rect">
              <a:avLst/>
            </a:prstGeom>
          </p:spPr>
        </p:pic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CF8263A5-5F0F-4BE3-B074-9819203984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47511" y="4345864"/>
              <a:ext cx="423643" cy="265236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9F32977F-0D9C-4F91-B5D9-98EB59874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606052" y="3762352"/>
              <a:ext cx="596783" cy="375752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AABE23A-79C4-4ABE-BF83-B7E260097F1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362961" y="4586038"/>
              <a:ext cx="648357" cy="254185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23CD6DAC-F1A0-40FD-B91F-8A8924D6BD0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758803" y="4863299"/>
              <a:ext cx="515738" cy="361016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F36D387-1BFC-4229-A7CD-F005BE83A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50940" y="3814611"/>
              <a:ext cx="364701" cy="232082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5CBBB2CB-1950-4371-82C1-4BAA08E94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285868" y="4155913"/>
              <a:ext cx="519742" cy="32599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9C39A0E-4BCE-4E3E-A11D-B411C2177141}"/>
              </a:ext>
            </a:extLst>
          </p:cNvPr>
          <p:cNvGrpSpPr/>
          <p:nvPr/>
        </p:nvGrpSpPr>
        <p:grpSpPr>
          <a:xfrm>
            <a:off x="1444938" y="3599432"/>
            <a:ext cx="5416190" cy="2052950"/>
            <a:chOff x="628831" y="3599432"/>
            <a:chExt cx="5416190" cy="205295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C058DF4D-A6CC-4994-8F97-D36C2DB64797}"/>
                </a:ext>
              </a:extLst>
            </p:cNvPr>
            <p:cNvGrpSpPr/>
            <p:nvPr/>
          </p:nvGrpSpPr>
          <p:grpSpPr>
            <a:xfrm>
              <a:off x="628831" y="3599432"/>
              <a:ext cx="5160945" cy="2052950"/>
              <a:chOff x="2341995" y="4494588"/>
              <a:chExt cx="4164579" cy="1656610"/>
            </a:xfrm>
          </p:grpSpPr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9AC816E0-4084-4403-B54D-14F777C64975}"/>
                  </a:ext>
                </a:extLst>
              </p:cNvPr>
              <p:cNvGrpSpPr/>
              <p:nvPr/>
            </p:nvGrpSpPr>
            <p:grpSpPr>
              <a:xfrm>
                <a:off x="2341995" y="4494588"/>
                <a:ext cx="4164579" cy="1656610"/>
                <a:chOff x="2341995" y="4494588"/>
                <a:chExt cx="4164579" cy="1656610"/>
              </a:xfrm>
            </p:grpSpPr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564F05D9-C16C-4EDA-BAB3-B2FEA0F61437}"/>
                    </a:ext>
                  </a:extLst>
                </p:cNvPr>
                <p:cNvCxnSpPr/>
                <p:nvPr/>
              </p:nvCxnSpPr>
              <p:spPr>
                <a:xfrm>
                  <a:off x="6018415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0AB86A45-2D58-45E4-94DD-F3FABE3706A2}"/>
                    </a:ext>
                  </a:extLst>
                </p:cNvPr>
                <p:cNvCxnSpPr/>
                <p:nvPr/>
              </p:nvCxnSpPr>
              <p:spPr>
                <a:xfrm>
                  <a:off x="5964382" y="4691857"/>
                  <a:ext cx="0" cy="1076631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744982D4-26EF-4689-9836-5C21CFAADD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581102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2E81B59E-2A69-4D75-9196-CECB0CB8C0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2660073" y="4494588"/>
                  <a:ext cx="1151313" cy="1205345"/>
                </a:xfrm>
                <a:prstGeom prst="line">
                  <a:avLst/>
                </a:prstGeom>
                <a:ln w="28575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65" name="Picture 64">
                  <a:extLst>
                    <a:ext uri="{FF2B5EF4-FFF2-40B4-BE49-F238E27FC236}">
                      <a16:creationId xmlns:a16="http://schemas.microsoft.com/office/drawing/2014/main" id="{B1D61435-8977-4818-A1D4-B336B124B5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25972" y="5539528"/>
                  <a:ext cx="386803" cy="386803"/>
                </a:xfrm>
                <a:prstGeom prst="rect">
                  <a:avLst/>
                </a:prstGeom>
              </p:spPr>
            </p:pic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6E8384B4-8B54-421C-8F43-7E3BB4C220C7}"/>
                    </a:ext>
                  </a:extLst>
                </p:cNvPr>
                <p:cNvSpPr txBox="1"/>
                <p:nvPr/>
              </p:nvSpPr>
              <p:spPr>
                <a:xfrm>
                  <a:off x="2341995" y="5902840"/>
                  <a:ext cx="558701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Branch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BDA958BE-C6C2-4408-90C7-ACC88A4BC70B}"/>
                    </a:ext>
                  </a:extLst>
                </p:cNvPr>
                <p:cNvSpPr txBox="1"/>
                <p:nvPr/>
              </p:nvSpPr>
              <p:spPr>
                <a:xfrm rot="18900000">
                  <a:off x="2906463" y="4800777"/>
                  <a:ext cx="627829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9A6D93F8-6CB3-4384-9D3E-AA47CB4F2280}"/>
                    </a:ext>
                  </a:extLst>
                </p:cNvPr>
                <p:cNvSpPr txBox="1"/>
                <p:nvPr/>
              </p:nvSpPr>
              <p:spPr>
                <a:xfrm>
                  <a:off x="5703862" y="5902840"/>
                  <a:ext cx="802712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Datacenter</a:t>
                  </a:r>
                </a:p>
              </p:txBody>
            </p:sp>
            <p:pic>
              <p:nvPicPr>
                <p:cNvPr id="69" name="Picture 68">
                  <a:extLst>
                    <a:ext uri="{FF2B5EF4-FFF2-40B4-BE49-F238E27FC236}">
                      <a16:creationId xmlns:a16="http://schemas.microsoft.com/office/drawing/2014/main" id="{0AB60BBF-0970-4DE8-8C1A-4E70D5D92CC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909005" y="5539528"/>
                  <a:ext cx="386803" cy="386803"/>
                </a:xfrm>
                <a:prstGeom prst="rect">
                  <a:avLst/>
                </a:prstGeom>
              </p:spPr>
            </p:pic>
            <p:pic>
              <p:nvPicPr>
                <p:cNvPr id="70" name="Picture 69">
                  <a:extLst>
                    <a:ext uri="{FF2B5EF4-FFF2-40B4-BE49-F238E27FC236}">
                      <a16:creationId xmlns:a16="http://schemas.microsoft.com/office/drawing/2014/main" id="{1E9FBCE4-3F3A-443F-A8F3-AB6D10AC3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686637" y="5257377"/>
                  <a:ext cx="504052" cy="232082"/>
                </a:xfrm>
                <a:prstGeom prst="rect">
                  <a:avLst/>
                </a:prstGeom>
              </p:spPr>
            </p:pic>
            <p:pic>
              <p:nvPicPr>
                <p:cNvPr id="71" name="Picture 70">
                  <a:extLst>
                    <a:ext uri="{FF2B5EF4-FFF2-40B4-BE49-F238E27FC236}">
                      <a16:creationId xmlns:a16="http://schemas.microsoft.com/office/drawing/2014/main" id="{691102DE-4793-49F8-9F4A-E1BE85C1FB3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71153" y="5257377"/>
                  <a:ext cx="504052" cy="232082"/>
                </a:xfrm>
                <a:prstGeom prst="rect">
                  <a:avLst/>
                </a:prstGeom>
              </p:spPr>
            </p:pic>
          </p:grp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EA6B87B-1EC6-4579-B591-BEE9103EBDDE}"/>
                  </a:ext>
                </a:extLst>
              </p:cNvPr>
              <p:cNvSpPr txBox="1"/>
              <p:nvPr/>
            </p:nvSpPr>
            <p:spPr>
              <a:xfrm>
                <a:off x="3149296" y="5472835"/>
                <a:ext cx="149067" cy="24835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3606AB8-DE73-4D03-A34B-1DACEDFD2C4A}"/>
                </a:ext>
              </a:extLst>
            </p:cNvPr>
            <p:cNvGrpSpPr/>
            <p:nvPr/>
          </p:nvGrpSpPr>
          <p:grpSpPr>
            <a:xfrm>
              <a:off x="1685531" y="3843892"/>
              <a:ext cx="4359490" cy="1334211"/>
              <a:chOff x="2396017" y="3843570"/>
              <a:chExt cx="2638394" cy="807473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7FD70F8-9CBB-4A9D-86B9-62203CC4B9D3}"/>
                  </a:ext>
                </a:extLst>
              </p:cNvPr>
              <p:cNvGrpSpPr/>
              <p:nvPr/>
            </p:nvGrpSpPr>
            <p:grpSpPr>
              <a:xfrm>
                <a:off x="4599950" y="3843570"/>
                <a:ext cx="434461" cy="807473"/>
                <a:chOff x="6133238" y="4691857"/>
                <a:chExt cx="579279" cy="1076631"/>
              </a:xfrm>
            </p:grpSpPr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E9FA0D9D-78EC-439D-A5D1-8059D6E283DB}"/>
                    </a:ext>
                  </a:extLst>
                </p:cNvPr>
                <p:cNvCxnSpPr/>
                <p:nvPr/>
              </p:nvCxnSpPr>
              <p:spPr>
                <a:xfrm>
                  <a:off x="6213764" y="4691857"/>
                  <a:ext cx="0" cy="1076631"/>
                </a:xfrm>
                <a:prstGeom prst="line">
                  <a:avLst/>
                </a:prstGeom>
                <a:ln w="12700">
                  <a:solidFill>
                    <a:schemeClr val="tx2"/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5352871A-4B20-4D54-81C2-59E3AE55EB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133238" y="5278232"/>
                  <a:ext cx="165773" cy="165773"/>
                </a:xfrm>
                <a:prstGeom prst="rect">
                  <a:avLst/>
                </a:prstGeom>
              </p:spPr>
            </p:pic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B04CD08D-D845-440E-BC1C-22973FACD378}"/>
                    </a:ext>
                  </a:extLst>
                </p:cNvPr>
                <p:cNvSpPr txBox="1"/>
                <p:nvPr/>
              </p:nvSpPr>
              <p:spPr>
                <a:xfrm>
                  <a:off x="6251735" y="5240441"/>
                  <a:ext cx="460782" cy="24712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75000"/>
                          <a:lumOff val="25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IPSec</a:t>
                  </a: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0FC0B286-A8C8-466B-9485-4EAE107F1B50}"/>
                  </a:ext>
                </a:extLst>
              </p:cNvPr>
              <p:cNvGrpSpPr/>
              <p:nvPr/>
            </p:nvGrpSpPr>
            <p:grpSpPr>
              <a:xfrm>
                <a:off x="2396017" y="4155935"/>
                <a:ext cx="1779347" cy="380912"/>
                <a:chOff x="3194690" y="5108339"/>
                <a:chExt cx="2372462" cy="507882"/>
              </a:xfrm>
            </p:grpSpPr>
            <p:cxnSp>
              <p:nvCxnSpPr>
                <p:cNvPr id="51" name="Straight Connector 50">
                  <a:extLst>
                    <a:ext uri="{FF2B5EF4-FFF2-40B4-BE49-F238E27FC236}">
                      <a16:creationId xmlns:a16="http://schemas.microsoft.com/office/drawing/2014/main" id="{8F97E215-44BC-45A4-8DE5-C2B8221556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11073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Straight Connector 51">
                  <a:extLst>
                    <a:ext uri="{FF2B5EF4-FFF2-40B4-BE49-F238E27FC236}">
                      <a16:creationId xmlns:a16="http://schemas.microsoft.com/office/drawing/2014/main" id="{37E4DE64-2A8E-481B-A828-D51D8E0D0A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344324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DE01010B-EB1C-4D22-856D-BB4C3B9EC8CD}"/>
                    </a:ext>
                  </a:extLst>
                </p:cNvPr>
                <p:cNvSpPr txBox="1"/>
                <p:nvPr/>
              </p:nvSpPr>
              <p:spPr>
                <a:xfrm>
                  <a:off x="4055159" y="5108339"/>
                  <a:ext cx="627830" cy="24835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Internet</a:t>
                  </a:r>
                </a:p>
              </p:txBody>
            </p: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526D9871-F0BA-4838-AF60-B86BA69DA5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94690" y="5406670"/>
                  <a:ext cx="2372462" cy="0"/>
                </a:xfrm>
                <a:prstGeom prst="line">
                  <a:avLst/>
                </a:prstGeom>
                <a:ln w="12700">
                  <a:solidFill>
                    <a:schemeClr val="tx2">
                      <a:lumMod val="50000"/>
                      <a:lumOff val="50000"/>
                    </a:schemeClr>
                  </a:solidFill>
                  <a:prstDash val="soli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FFB6332-E207-450C-BED3-C6D1F6958287}"/>
                    </a:ext>
                  </a:extLst>
                </p:cNvPr>
                <p:cNvSpPr txBox="1"/>
                <p:nvPr/>
              </p:nvSpPr>
              <p:spPr>
                <a:xfrm>
                  <a:off x="4132245" y="5369098"/>
                  <a:ext cx="473654" cy="2471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222222">
                          <a:lumMod val="50000"/>
                          <a:lumOff val="50000"/>
                        </a:srgbClr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MPLS</a:t>
                  </a:r>
                </a:p>
              </p:txBody>
            </p:sp>
          </p:grpSp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B537592-4924-4167-AE35-E41488CBE0F6}"/>
              </a:ext>
            </a:extLst>
          </p:cNvPr>
          <p:cNvGrpSpPr/>
          <p:nvPr/>
        </p:nvGrpSpPr>
        <p:grpSpPr>
          <a:xfrm>
            <a:off x="8374446" y="2534521"/>
            <a:ext cx="2549849" cy="1260980"/>
            <a:chOff x="7933691" y="3635269"/>
            <a:chExt cx="2057578" cy="1017537"/>
          </a:xfrm>
        </p:grpSpPr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613186F5-70D5-4CDD-8047-6C27B58E30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084273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8440997-A3CC-4BF2-9D22-75CBD20B57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8653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8D25B4C-0364-4D0C-B5E9-8DBAABAB652F}"/>
                </a:ext>
              </a:extLst>
            </p:cNvPr>
            <p:cNvSpPr txBox="1"/>
            <p:nvPr/>
          </p:nvSpPr>
          <p:spPr>
            <a:xfrm>
              <a:off x="8703949" y="4404448"/>
              <a:ext cx="1287320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Hybrid/Multi Cloud</a:t>
              </a:r>
            </a:p>
          </p:txBody>
        </p: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144AE58-932F-491C-886D-88E6FF91ED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6158" y="3792252"/>
              <a:ext cx="315764" cy="499960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61F2E688-E77C-4AC5-82D7-08E98A99FB69}"/>
                </a:ext>
              </a:extLst>
            </p:cNvPr>
            <p:cNvSpPr txBox="1"/>
            <p:nvPr/>
          </p:nvSpPr>
          <p:spPr>
            <a:xfrm>
              <a:off x="7933691" y="3885274"/>
              <a:ext cx="728206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Agentless</a:t>
              </a:r>
            </a:p>
          </p:txBody>
        </p:sp>
        <p:pic>
          <p:nvPicPr>
            <p:cNvPr id="78" name="Picture 77">
              <a:extLst>
                <a:ext uri="{FF2B5EF4-FFF2-40B4-BE49-F238E27FC236}">
                  <a16:creationId xmlns:a16="http://schemas.microsoft.com/office/drawing/2014/main" id="{E8969B40-1FF2-4EA9-B217-15AFAEDC6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581176" y="3635269"/>
              <a:ext cx="408906" cy="268920"/>
            </a:xfrm>
            <a:prstGeom prst="rect">
              <a:avLst/>
            </a:prstGeom>
          </p:spPr>
        </p:pic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08C7B82-C580-4B83-89CA-F4F008052B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6632" y="4150057"/>
              <a:ext cx="632706" cy="351943"/>
            </a:xfrm>
            <a:prstGeom prst="line">
              <a:avLst/>
            </a:prstGeom>
            <a:ln w="28575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90BFE486-1AEF-468F-AF11-D7D8E81DB0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1182" y="4000364"/>
              <a:ext cx="405222" cy="268920"/>
            </a:xfrm>
            <a:prstGeom prst="rect">
              <a:avLst/>
            </a:prstGeom>
          </p:spPr>
        </p:pic>
      </p:grpSp>
      <p:pic>
        <p:nvPicPr>
          <p:cNvPr id="81" name="Picture 80">
            <a:extLst>
              <a:ext uri="{FF2B5EF4-FFF2-40B4-BE49-F238E27FC236}">
                <a16:creationId xmlns:a16="http://schemas.microsoft.com/office/drawing/2014/main" id="{F5033CFE-9B8E-410C-B417-4CB613FB800D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7801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82" name="Group 81">
            <a:extLst>
              <a:ext uri="{FF2B5EF4-FFF2-40B4-BE49-F238E27FC236}">
                <a16:creationId xmlns:a16="http://schemas.microsoft.com/office/drawing/2014/main" id="{95457DCE-0417-4047-97DD-48FA029E66F7}"/>
              </a:ext>
            </a:extLst>
          </p:cNvPr>
          <p:cNvGrpSpPr/>
          <p:nvPr/>
        </p:nvGrpSpPr>
        <p:grpSpPr>
          <a:xfrm>
            <a:off x="8739024" y="3730813"/>
            <a:ext cx="2020784" cy="1921561"/>
            <a:chOff x="8227895" y="4600609"/>
            <a:chExt cx="1630654" cy="1550589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B6569F7-8952-4279-A944-3225908E89B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89891" y="4600609"/>
              <a:ext cx="890775" cy="1036980"/>
            </a:xfrm>
            <a:prstGeom prst="line">
              <a:avLst/>
            </a:prstGeom>
            <a:ln w="12700">
              <a:solidFill>
                <a:schemeClr val="tx2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8E0890A-9042-4D6C-879B-87DA8816E80A}"/>
                </a:ext>
              </a:extLst>
            </p:cNvPr>
            <p:cNvSpPr txBox="1"/>
            <p:nvPr/>
          </p:nvSpPr>
          <p:spPr>
            <a:xfrm>
              <a:off x="9293016" y="5902840"/>
              <a:ext cx="565533" cy="2483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Mobile</a:t>
              </a:r>
            </a:p>
          </p:txBody>
        </p:sp>
        <p:pic>
          <p:nvPicPr>
            <p:cNvPr id="85" name="Picture 84">
              <a:extLst>
                <a:ext uri="{FF2B5EF4-FFF2-40B4-BE49-F238E27FC236}">
                  <a16:creationId xmlns:a16="http://schemas.microsoft.com/office/drawing/2014/main" id="{D8CD6965-F9D0-40F8-BB5B-E6D8517732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79569" y="5539528"/>
              <a:ext cx="386803" cy="386803"/>
            </a:xfrm>
            <a:prstGeom prst="rect">
              <a:avLst/>
            </a:prstGeom>
          </p:spPr>
        </p:pic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2AD8B31-6CFD-4DB9-9FE3-EBBB41245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15862" y="5467413"/>
              <a:ext cx="121567" cy="121567"/>
            </a:xfrm>
            <a:prstGeom prst="rect">
              <a:avLst/>
            </a:prstGeom>
          </p:spPr>
        </p:pic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694C39C-6649-4AA1-B8EA-EDCE0C0CF5AB}"/>
                </a:ext>
              </a:extLst>
            </p:cNvPr>
            <p:cNvSpPr txBox="1"/>
            <p:nvPr/>
          </p:nvSpPr>
          <p:spPr>
            <a:xfrm>
              <a:off x="8227895" y="5395827"/>
              <a:ext cx="1131994" cy="4222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Client/Clientless</a:t>
              </a:r>
              <a:b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</a:br>
              <a:r>
                <a:rPr kumimoji="0" 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158864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SDP</a:t>
              </a:r>
            </a:p>
          </p:txBody>
        </p:sp>
      </p:grpSp>
      <p:pic>
        <p:nvPicPr>
          <p:cNvPr id="88" name="Picture 87">
            <a:extLst>
              <a:ext uri="{FF2B5EF4-FFF2-40B4-BE49-F238E27FC236}">
                <a16:creationId xmlns:a16="http://schemas.microsoft.com/office/drawing/2014/main" id="{C618EBB4-E3B9-4F20-8FA5-CC2095C71B4B}"/>
              </a:ext>
            </a:extLst>
          </p:cNvPr>
          <p:cNvPicPr>
            <a:picLocks noChangeAspect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09652" y="3256830"/>
            <a:ext cx="553156" cy="61715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A49BC104-E956-4355-B8AA-08570F0DCC71}"/>
              </a:ext>
            </a:extLst>
          </p:cNvPr>
          <p:cNvSpPr txBox="1"/>
          <p:nvPr/>
        </p:nvSpPr>
        <p:spPr>
          <a:xfrm>
            <a:off x="8791426" y="3422022"/>
            <a:ext cx="42364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C3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PoP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951EF95D-18E8-4B1D-B614-3AC39BF5FC22}"/>
              </a:ext>
            </a:extLst>
          </p:cNvPr>
          <p:cNvPicPr>
            <a:picLocks noChangeAspect="1"/>
          </p:cNvPicPr>
          <p:nvPr/>
        </p:nvPicPr>
        <p:blipFill>
          <a:blip r:embed="rId2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9494" y="2448090"/>
            <a:ext cx="2095148" cy="2279779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3E24F8E3-EF1A-4D74-8D2C-5B22B4E866F1}"/>
              </a:ext>
            </a:extLst>
          </p:cNvPr>
          <p:cNvSpPr txBox="1"/>
          <p:nvPr/>
        </p:nvSpPr>
        <p:spPr>
          <a:xfrm>
            <a:off x="5661841" y="3181223"/>
            <a:ext cx="9137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886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Converged Network &amp; Security 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CCFB2DF-E815-4E59-8B20-43532D017B3F}"/>
              </a:ext>
            </a:extLst>
          </p:cNvPr>
          <p:cNvSpPr/>
          <p:nvPr/>
        </p:nvSpPr>
        <p:spPr>
          <a:xfrm>
            <a:off x="0" y="1143000"/>
            <a:ext cx="12192000" cy="5005137"/>
          </a:xfrm>
          <a:prstGeom prst="rect">
            <a:avLst/>
          </a:prstGeom>
          <a:solidFill>
            <a:srgbClr val="FFFFFF">
              <a:alpha val="90000"/>
            </a:srgbClr>
          </a:solidFill>
          <a:ln w="9525">
            <a:noFill/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331499"/>
      </p:ext>
    </p:extLst>
  </p:cSld>
  <p:clrMapOvr>
    <a:masterClrMapping/>
  </p:clrMapOvr>
  <p:hf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3" name="תמונה 39">
            <a:extLst>
              <a:ext uri="{FF2B5EF4-FFF2-40B4-BE49-F238E27FC236}">
                <a16:creationId xmlns:a16="http://schemas.microsoft.com/office/drawing/2014/main" id="{17FB6B68-B667-44AC-BCC1-D2C4CE522F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8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979" y="1115012"/>
            <a:ext cx="11642757" cy="5648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018353"/>
      </p:ext>
    </p:extLst>
  </p:cSld>
  <p:clrMapOvr>
    <a:masterClrMapping/>
  </p:clrMapOvr>
  <p:hf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22">
            <a:extLst>
              <a:ext uri="{FF2B5EF4-FFF2-40B4-BE49-F238E27FC236}">
                <a16:creationId xmlns:a16="http://schemas.microsoft.com/office/drawing/2014/main" id="{9C95DEF5-A558-43EB-94D4-E325E1CB5DE2}"/>
              </a:ext>
            </a:extLst>
          </p:cNvPr>
          <p:cNvSpPr txBox="1">
            <a:spLocks/>
          </p:cNvSpPr>
          <p:nvPr/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00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888EE3E-AEEC-954C-BC2F-BB88D43739C2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2624" y="134181"/>
            <a:ext cx="9791700" cy="4247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52624" y="558913"/>
            <a:ext cx="9791699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45E9378-966F-47B6-8719-5A2437B5A700}"/>
              </a:ext>
            </a:extLst>
          </p:cNvPr>
          <p:cNvCxnSpPr>
            <a:cxnSpLocks/>
          </p:cNvCxnSpPr>
          <p:nvPr/>
        </p:nvCxnSpPr>
        <p:spPr>
          <a:xfrm>
            <a:off x="1719618" y="0"/>
            <a:ext cx="0" cy="1173707"/>
          </a:xfrm>
          <a:prstGeom prst="line">
            <a:avLst/>
          </a:prstGeom>
          <a:ln w="6350" cmpd="sng">
            <a:solidFill>
              <a:schemeClr val="bg1">
                <a:lumMod val="85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9214418"/>
      </p:ext>
    </p:extLst>
  </p:cSld>
  <p:clrMapOvr>
    <a:masterClrMapping/>
  </p:clrMapOvr>
  <p:hf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ustom Layout">
    <p:bg>
      <p:bgPr>
        <a:gradFill>
          <a:gsLst>
            <a:gs pos="58000">
              <a:schemeClr val="tx1"/>
            </a:gs>
            <a:gs pos="0">
              <a:srgbClr val="0A3729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8F464486-80F1-04E4-9087-1B6782D9ED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rcRect t="15624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17254A-0B81-4DFB-9926-D523EAF9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448" y="2676272"/>
            <a:ext cx="11561105" cy="480131"/>
          </a:xfrm>
        </p:spPr>
        <p:txBody>
          <a:bodyPr/>
          <a:lstStyle>
            <a:lvl1pPr algn="ctr"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302C2B-9D94-41E6-8C08-4727B385E09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14839" y="996387"/>
            <a:ext cx="1362328" cy="565494"/>
          </a:xfrm>
          <a:prstGeom prst="rect">
            <a:avLst/>
          </a:prstGeom>
        </p:spPr>
      </p:pic>
      <p:pic>
        <p:nvPicPr>
          <p:cNvPr id="7" name="Picture 6">
            <a:hlinkClick r:id="rId5"/>
            <a:extLst>
              <a:ext uri="{FF2B5EF4-FFF2-40B4-BE49-F238E27FC236}">
                <a16:creationId xmlns:a16="http://schemas.microsoft.com/office/drawing/2014/main" id="{1F85FB81-12EA-4F6B-A72A-4B3C8E0D4D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482" y="3862252"/>
            <a:ext cx="324000" cy="324000"/>
          </a:xfrm>
          <a:prstGeom prst="rect">
            <a:avLst/>
          </a:prstGeom>
        </p:spPr>
      </p:pic>
      <p:pic>
        <p:nvPicPr>
          <p:cNvPr id="8" name="Picture 7">
            <a:hlinkClick r:id="rId7"/>
            <a:extLst>
              <a:ext uri="{FF2B5EF4-FFF2-40B4-BE49-F238E27FC236}">
                <a16:creationId xmlns:a16="http://schemas.microsoft.com/office/drawing/2014/main" id="{936E5ED6-C61A-4AC2-8AC5-49000EE116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7792" y="3862252"/>
            <a:ext cx="324000" cy="324000"/>
          </a:xfrm>
          <a:prstGeom prst="rect">
            <a:avLst/>
          </a:prstGeom>
        </p:spPr>
      </p:pic>
      <p:pic>
        <p:nvPicPr>
          <p:cNvPr id="9" name="Picture 8">
            <a:hlinkClick r:id="rId9"/>
            <a:extLst>
              <a:ext uri="{FF2B5EF4-FFF2-40B4-BE49-F238E27FC236}">
                <a16:creationId xmlns:a16="http://schemas.microsoft.com/office/drawing/2014/main" id="{A3598CEF-0330-4423-84C1-B585F37B55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6103" y="3871296"/>
            <a:ext cx="324000" cy="324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442F28-7EEE-498B-9360-086D79CA9199}"/>
              </a:ext>
            </a:extLst>
          </p:cNvPr>
          <p:cNvSpPr txBox="1"/>
          <p:nvPr/>
        </p:nvSpPr>
        <p:spPr>
          <a:xfrm>
            <a:off x="5377694" y="1846822"/>
            <a:ext cx="14366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solidFill>
                  <a:schemeClr val="bg1"/>
                </a:solidFill>
                <a:latin typeface="Archivo" pitchFamily="2" charset="77"/>
                <a:cs typeface="Archivo" pitchFamily="2" charset="77"/>
              </a:rPr>
              <a:t>We Are SASE</a:t>
            </a:r>
          </a:p>
        </p:txBody>
      </p:sp>
      <p:sp>
        <p:nvSpPr>
          <p:cNvPr id="22" name="Chord 21">
            <a:extLst>
              <a:ext uri="{FF2B5EF4-FFF2-40B4-BE49-F238E27FC236}">
                <a16:creationId xmlns:a16="http://schemas.microsoft.com/office/drawing/2014/main" id="{B0EAB030-5BB1-9C21-BB07-E1593733D1F3}"/>
              </a:ext>
            </a:extLst>
          </p:cNvPr>
          <p:cNvSpPr/>
          <p:nvPr userDrawn="1"/>
        </p:nvSpPr>
        <p:spPr>
          <a:xfrm rot="10395880">
            <a:off x="1511378" y="5171382"/>
            <a:ext cx="9169245" cy="9169245"/>
          </a:xfrm>
          <a:prstGeom prst="chord">
            <a:avLst>
              <a:gd name="adj1" fmla="val 2700000"/>
              <a:gd name="adj2" fmla="val 8939481"/>
            </a:avLst>
          </a:prstGeom>
          <a:solidFill>
            <a:srgbClr val="0E1C1A"/>
          </a:solidFill>
          <a:ln w="19050" cap="flat" cmpd="sng" algn="ctr">
            <a:noFill/>
            <a:prstDash val="solid"/>
            <a:miter lim="800000"/>
          </a:ln>
          <a:effectLst>
            <a:outerShdw blurRad="1270000" dist="50800" dir="16560000" sx="98000" sy="98000" algn="ctr" rotWithShape="0">
              <a:srgbClr val="168763">
                <a:alpha val="54844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0" cap="none" spc="0" normalizeH="0" baseline="0" noProof="0">
              <a:ln>
                <a:noFill/>
              </a:ln>
              <a:solidFill>
                <a:srgbClr val="F6F6F7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3954732"/>
      </p:ext>
    </p:extLst>
  </p:cSld>
  <p:clrMapOvr>
    <a:masterClrMapping/>
  </p:clrMapOvr>
  <p:hf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2693C7F-CCD3-6023-5775-0CB38D3A1C79}"/>
              </a:ext>
            </a:extLst>
          </p:cNvPr>
          <p:cNvSpPr/>
          <p:nvPr userDrawn="1"/>
        </p:nvSpPr>
        <p:spPr>
          <a:xfrm>
            <a:off x="0" y="4102886"/>
            <a:ext cx="12192000" cy="2755114"/>
          </a:xfrm>
          <a:prstGeom prst="rect">
            <a:avLst/>
          </a:prstGeom>
          <a:pattFill prst="dk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5C6AF8A3-0F37-4849-AD55-40871E12F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FDC74B-298C-4C00-B280-1F888A4DBE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341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F4C7D6B-BBA5-42C0-47C5-13E0B33E4CF0}"/>
              </a:ext>
            </a:extLst>
          </p:cNvPr>
          <p:cNvSpPr/>
          <p:nvPr userDrawn="1"/>
        </p:nvSpPr>
        <p:spPr>
          <a:xfrm>
            <a:off x="6096000" y="-1"/>
            <a:ext cx="6096000" cy="6858001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5C6AF8A3-0F37-4849-AD55-40871E12F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FDC74B-298C-4C00-B280-1F888A4DBE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79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E00A87-1E94-A1C2-9EFA-4FE829F5F474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5C6AF8A3-0F37-4849-AD55-40871E12F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FDC74B-298C-4C00-B280-1F888A4DBE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66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bg>
      <p:bgPr>
        <a:solidFill>
          <a:srgbClr val="182D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8BFC09-24D4-484A-4EFB-3B9920C2E3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7324" y="6250260"/>
            <a:ext cx="943419" cy="389007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240A4F4-F581-EBAA-B5A3-3B3ED8CDE377}"/>
              </a:ext>
            </a:extLst>
          </p:cNvPr>
          <p:cNvSpPr/>
          <p:nvPr userDrawn="1"/>
        </p:nvSpPr>
        <p:spPr>
          <a:xfrm>
            <a:off x="1133518" y="1981200"/>
            <a:ext cx="9930389" cy="3479549"/>
          </a:xfrm>
          <a:prstGeom prst="roundRect">
            <a:avLst>
              <a:gd name="adj" fmla="val 7144"/>
            </a:avLst>
          </a:prstGeom>
          <a:solidFill>
            <a:srgbClr val="168763"/>
          </a:solidFill>
          <a:ln w="19050" cap="flat" cmpd="sng" algn="ctr">
            <a:noFill/>
            <a:prstDash val="solid"/>
            <a:miter lim="800000"/>
          </a:ln>
          <a:effectLst>
            <a:outerShdw blurRad="602446" dist="558736" dir="5400000" sx="89000" sy="89000" algn="ctr" rotWithShape="0">
              <a:srgbClr val="168763">
                <a:alpha val="26507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0" cap="none" spc="0" normalizeH="0" baseline="0" noProof="0">
              <a:ln>
                <a:noFill/>
              </a:ln>
              <a:solidFill>
                <a:srgbClr val="F6F6F7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256F031B-D178-09BE-3413-E97472A4BCB3}"/>
              </a:ext>
            </a:extLst>
          </p:cNvPr>
          <p:cNvSpPr txBox="1">
            <a:spLocks/>
          </p:cNvSpPr>
          <p:nvPr userDrawn="1"/>
        </p:nvSpPr>
        <p:spPr>
          <a:xfrm>
            <a:off x="7169103" y="2316280"/>
            <a:ext cx="3556953" cy="2809387"/>
          </a:xfrm>
          <a:prstGeom prst="roundRect">
            <a:avLst>
              <a:gd name="adj" fmla="val 5983"/>
            </a:avLst>
          </a:prstGeom>
          <a:solidFill>
            <a:srgbClr val="F6F6F7"/>
          </a:solidFill>
          <a:effectLst>
            <a:outerShdw blurRad="453408" dist="399601" dir="5400000" sx="92000" sy="92000" algn="t" rotWithShape="0">
              <a:prstClr val="black">
                <a:alpha val="16738"/>
              </a:prstClr>
            </a:outerShdw>
          </a:effectLst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2pPr>
            <a:lvl3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3pPr>
            <a:lvl4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4pPr>
            <a:lvl5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bg2">
                  <a:lumMod val="10000"/>
                </a:schemeClr>
              </a:buClr>
              <a:buFont typeface="Arial" panose="020B0604020202020204" pitchFamily="34" charset="0"/>
              <a:buChar char="•"/>
              <a:defRPr sz="1200" b="0" i="0" kern="1200">
                <a:solidFill>
                  <a:schemeClr val="tx1"/>
                </a:solidFill>
                <a:latin typeface="Poppins Light" pitchFamily="2" charset="77"/>
                <a:ea typeface="+mn-ea"/>
                <a:cs typeface="Poppins Light" pitchFamily="2" charset="7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B3033">
                  <a:lumMod val="10000"/>
                </a:srgb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L" sz="2000" b="0" i="0" u="none" strike="noStrike" kern="1200" cap="none" spc="0" normalizeH="0" baseline="0" noProof="0">
              <a:ln>
                <a:noFill/>
              </a:ln>
              <a:solidFill>
                <a:srgbClr val="F6F6F7"/>
              </a:solidFill>
              <a:effectLst/>
              <a:uLnTx/>
              <a:uFillTx/>
              <a:latin typeface="Poppins Light" pitchFamily="2" charset="77"/>
              <a:ea typeface="+mn-ea"/>
              <a:cs typeface="Poppi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06340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D7B36B-B14E-5313-6B99-ACBBBF78CF5A}"/>
              </a:ext>
            </a:extLst>
          </p:cNvPr>
          <p:cNvSpPr/>
          <p:nvPr userDrawn="1"/>
        </p:nvSpPr>
        <p:spPr>
          <a:xfrm>
            <a:off x="0" y="3326296"/>
            <a:ext cx="12192000" cy="353170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AE20B9EE-AA3E-4A39-C6D4-B401850E7B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2726" y="943289"/>
            <a:ext cx="9986548" cy="715058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100000"/>
              </a:lnSpc>
              <a:buNone/>
              <a:defRPr sz="4500" b="1" i="0">
                <a:solidFill>
                  <a:schemeClr val="tx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endParaRPr lang="en-IL"/>
          </a:p>
        </p:txBody>
      </p:sp>
      <p:sp>
        <p:nvSpPr>
          <p:cNvPr id="8" name="Chart Placeholder 5">
            <a:extLst>
              <a:ext uri="{FF2B5EF4-FFF2-40B4-BE49-F238E27FC236}">
                <a16:creationId xmlns:a16="http://schemas.microsoft.com/office/drawing/2014/main" id="{77C024F4-3DBB-AB32-D1C9-A6DF9EBBA18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97427" y="1805478"/>
            <a:ext cx="11410950" cy="3848157"/>
          </a:xfrm>
          <a:prstGeom prst="rect">
            <a:avLst/>
          </a:prstGeom>
        </p:spPr>
        <p:txBody>
          <a:bodyPr/>
          <a:lstStyle/>
          <a:p>
            <a:endParaRPr lang="en-IL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E19ED1-2C17-D04B-1F0F-6FFF2E5128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7324" y="6250260"/>
            <a:ext cx="943419" cy="389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4164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gr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gray">
          <a:xfrm>
            <a:off x="2" y="104514"/>
            <a:ext cx="12186208" cy="6223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53420" y="36014"/>
            <a:ext cx="10963363" cy="42473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201383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D9EC1-DBD1-4F05-ACC4-BC5F8A771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138" y="1112225"/>
            <a:ext cx="10515600" cy="4579274"/>
          </a:xfrm>
          <a:prstGeom prst="rect">
            <a:avLst/>
          </a:prstGeom>
        </p:spPr>
        <p:txBody>
          <a:bodyPr lIns="0">
            <a:normAutofit/>
          </a:bodyPr>
          <a:lstStyle>
            <a:lvl1pPr marL="228600" indent="-228600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+mn-lt"/>
              </a:defRPr>
            </a:lvl1pPr>
            <a:lvl2pPr marL="457200" indent="-223838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690563" indent="-233363">
              <a:buClr>
                <a:schemeClr val="bg1">
                  <a:lumMod val="75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914400" indent="-223838">
              <a:buClr>
                <a:schemeClr val="accent1"/>
              </a:buClr>
              <a:buFont typeface="Wingdings" pitchFamily="2" charset="2"/>
              <a:buChar char="§"/>
              <a:defRPr sz="1600">
                <a:latin typeface="+mn-lt"/>
              </a:defRPr>
            </a:lvl4pPr>
            <a:lvl5pPr marL="862013" indent="-234950">
              <a:buClr>
                <a:schemeClr val="accent1"/>
              </a:buClr>
              <a:buFont typeface="Wingdings" pitchFamily="2" charset="2"/>
              <a:buChar char="§"/>
              <a:defRPr sz="16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DA47E04-FD8A-054A-862B-2C2DD3EF3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89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732F1AE-B816-1147-9322-4D2C599000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18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6" name="Slide Number Placeholder 22">
            <a:extLst>
              <a:ext uri="{FF2B5EF4-FFF2-40B4-BE49-F238E27FC236}">
                <a16:creationId xmlns:a16="http://schemas.microsoft.com/office/drawing/2014/main" id="{A5081FA9-CEF9-484D-BF4F-61FB1B1073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20468" y="6518553"/>
            <a:ext cx="408632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1467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0BC0D-94C3-40D0-9E20-4DAC94B139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6395E8-8E25-4945-9EE5-D8B4D541F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5747591-AC59-42CB-980E-33E4403291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365760"/>
            <a:ext cx="1290196" cy="6430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6E0CF3-E19D-4C66-B453-5E0745350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1831533"/>
            <a:ext cx="9144000" cy="840230"/>
          </a:xfrm>
        </p:spPr>
        <p:txBody>
          <a:bodyPr anchor="b"/>
          <a:lstStyle>
            <a:lvl1pPr algn="l">
              <a:defRPr sz="5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5A7E2-CF45-41D8-8207-D721E2289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F9BFF-2202-4316-A54D-EEEA13FD5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306307-D548-4EC6-A4B3-D564B330A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037674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1C6ACD-09BF-4D7E-93A7-862E5624ED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93192" y="4882626"/>
            <a:ext cx="2874963" cy="744538"/>
          </a:xfrm>
        </p:spPr>
        <p:txBody>
          <a:bodyPr wrap="none" lIns="182880"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228600" indent="-228600">
              <a:buNone/>
              <a:defRPr sz="14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009F828-EE19-42E1-B484-3708F7D94F8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63638" y="4873265"/>
            <a:ext cx="885825" cy="885825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323413"/>
      </p:ext>
    </p:extLst>
  </p:cSld>
  <p:clrMapOvr>
    <a:masterClrMapping/>
  </p:clrMapOvr>
  <p:hf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871AE41-C413-EFC1-00A7-D0387B4D69D7}"/>
              </a:ext>
            </a:extLst>
          </p:cNvPr>
          <p:cNvSpPr/>
          <p:nvPr userDrawn="1"/>
        </p:nvSpPr>
        <p:spPr>
          <a:xfrm>
            <a:off x="-4283" y="3429000"/>
            <a:ext cx="12196283" cy="3429001"/>
          </a:xfrm>
          <a:prstGeom prst="rect">
            <a:avLst/>
          </a:prstGeom>
          <a:solidFill>
            <a:schemeClr val="tx1">
              <a:lumMod val="10000"/>
              <a:lumOff val="9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C5F7DE-7458-CA24-F2DA-39A0D3438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C21D5-8E1F-56BD-0D74-5944892DE8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44D272-7787-42F5-8E85-5772E5920C77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21CDE3-8BA7-7FBC-5177-EF147D40C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1CA7BD-C297-84F2-BA68-FB36ACA3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7C6CF7-0663-7D62-4F10-7244832A49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13526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1FBE3-E447-4593-9D29-D23F9A035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31F121-D797-47D5-BB5B-C41FCD77B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83219" y="1294662"/>
            <a:ext cx="564832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CCE33C-15E7-463B-A719-8F944C6C7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1294662"/>
            <a:ext cx="5648324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0F29A0-F316-43B3-80F3-F7D94E2CA74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DE97A-4292-4901-A47C-4EE328B1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3935-AEC7-41F5-8E50-FD4AAC1FA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DB3B5C1-B65E-459F-8DE4-A1CCBCEB5D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6720559"/>
      </p:ext>
    </p:extLst>
  </p:cSld>
  <p:clrMapOvr>
    <a:masterClrMapping/>
  </p:clrMapOvr>
  <p:hf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wo Content">
    <p:bg>
      <p:bgPr>
        <a:gradFill>
          <a:gsLst>
            <a:gs pos="0">
              <a:srgbClr val="1D3A34"/>
            </a:gs>
            <a:gs pos="77000">
              <a:srgbClr val="101F1D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15">
            <a:extLst>
              <a:ext uri="{FF2B5EF4-FFF2-40B4-BE49-F238E27FC236}">
                <a16:creationId xmlns:a16="http://schemas.microsoft.com/office/drawing/2014/main" id="{91206A25-A928-E147-915E-BAFB065941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13014" r="34835" b="37156"/>
          <a:stretch/>
        </p:blipFill>
        <p:spPr>
          <a:xfrm rot="5400000">
            <a:off x="-727064" y="1792318"/>
            <a:ext cx="5827337" cy="43732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D84EBF-7728-4241-350C-A1ED6282DB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rcRect t="61910" r="41415"/>
          <a:stretch/>
        </p:blipFill>
        <p:spPr>
          <a:xfrm rot="10800000">
            <a:off x="-12661" y="34590"/>
            <a:ext cx="7272337" cy="6858001"/>
          </a:xfrm>
          <a:prstGeom prst="rect">
            <a:avLst/>
          </a:prstGeom>
        </p:spPr>
      </p:pic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2FB2F7A-99CE-3BD6-4CF9-A33BC8CFBB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9843" y="848280"/>
            <a:ext cx="3975049" cy="276413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000" b="1" i="0">
                <a:solidFill>
                  <a:schemeClr val="accent2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/>
              <a:t>Lorem ipsum dolor</a:t>
            </a:r>
            <a:endParaRPr lang="en-IL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C6078C7-2804-7092-7BA2-94489E9FF6D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77324" y="6250260"/>
            <a:ext cx="943419" cy="389007"/>
          </a:xfrm>
          <a:prstGeom prst="rect">
            <a:avLst/>
          </a:prstGeom>
        </p:spPr>
      </p:pic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E77C4E8-C7E0-681B-FDCF-152C87DD1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9843" y="1243607"/>
            <a:ext cx="3975049" cy="154413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ts val="4900"/>
              </a:lnSpc>
              <a:buNone/>
              <a:defRPr sz="45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lvl="0"/>
            <a:r>
              <a:rPr lang="en-US"/>
              <a:t>Lorem Ipsum Dolor Sit </a:t>
            </a:r>
            <a:endParaRPr lang="en-IL"/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B5EB85A-0D72-927E-9DEB-159636980C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9913" y="2787650"/>
            <a:ext cx="3975100" cy="2855913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Tx/>
              <a:buBlip>
                <a:blip r:embed="rId5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685800" indent="-228600">
              <a:lnSpc>
                <a:spcPct val="100000"/>
              </a:lnSpc>
              <a:buFontTx/>
              <a:buBlip>
                <a:blip r:embed="rId5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2pPr>
            <a:lvl3pPr marL="1143000" indent="-228600">
              <a:lnSpc>
                <a:spcPct val="100000"/>
              </a:lnSpc>
              <a:buFontTx/>
              <a:buBlip>
                <a:blip r:embed="rId5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3pPr>
            <a:lvl4pPr marL="1600200" indent="-228600">
              <a:lnSpc>
                <a:spcPct val="100000"/>
              </a:lnSpc>
              <a:buFontTx/>
              <a:buBlip>
                <a:blip r:embed="rId5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4pPr>
            <a:lvl5pPr marL="2057400" indent="-228600">
              <a:lnSpc>
                <a:spcPct val="100000"/>
              </a:lnSpc>
              <a:buFontTx/>
              <a:buBlip>
                <a:blip r:embed="rId5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87163578"/>
      </p:ext>
    </p:extLst>
  </p:cSld>
  <p:clrMapOvr>
    <a:masterClrMapping/>
  </p:clrMapOvr>
  <p:hf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AA7C3-FC47-4BCB-B69A-CE0BC45A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78898"/>
            <a:ext cx="8626475" cy="158812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D9269-4020-4E58-8F2C-41611893D5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89401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0BE1E-A2C1-4029-AD84-B27BB3A9B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E92F3-9A58-4CAD-B7AD-FBE2801F7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9D194-10F0-45C8-BC3A-1F67F39B9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7A84-62A5-40F8-9ABB-C2EE3BC82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5454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D601E-79A4-4C4A-BCE9-118BAB20A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04CB8-485A-46FF-AC30-BDF406EEA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4D272-7787-42F5-8E85-5772E5920C77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F36A8-BAF9-4FD8-A836-D12878DE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6267A-62F2-48A8-BAA4-576130486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8D0FBCD-EE24-4372-BC98-BF8E948DD2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220" y="558913"/>
            <a:ext cx="11561104" cy="714375"/>
          </a:xfrm>
        </p:spPr>
        <p:txBody>
          <a:bodyPr lIns="0" rIns="0"/>
          <a:lstStyle>
            <a:lvl1pPr marL="0" indent="0">
              <a:buFontTx/>
              <a:buNone/>
              <a:defRPr/>
            </a:lvl1pPr>
            <a:lvl2pPr marL="2286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271876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9.xml"/><Relationship Id="rId18" Type="http://schemas.openxmlformats.org/officeDocument/2006/relationships/slideLayout" Target="../slideLayouts/slideLayout54.xml"/><Relationship Id="rId26" Type="http://schemas.openxmlformats.org/officeDocument/2006/relationships/image" Target="../media/image39.png"/><Relationship Id="rId3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57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17" Type="http://schemas.openxmlformats.org/officeDocument/2006/relationships/slideLayout" Target="../slideLayouts/slideLayout53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52.xml"/><Relationship Id="rId2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60.xml"/><Relationship Id="rId5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6.xml"/><Relationship Id="rId19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slideLayout" Target="../slideLayouts/slideLayout50.xml"/><Relationship Id="rId22" Type="http://schemas.openxmlformats.org/officeDocument/2006/relationships/slideLayout" Target="../slideLayouts/slideLayout58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342BA-C0C7-4B92-A3B0-28D958E4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247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79E5E-3ABE-4681-8D48-1BC683D9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220" y="1294662"/>
            <a:ext cx="115611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E0323-8A40-4138-9D5E-5EAB16992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744D272-7787-42F5-8E85-5772E5920C77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65438-486D-49FD-96B6-77EDEC541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8855-E68B-41AB-A58C-334AEAA41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37527A84-62A5-40F8-9ABB-C2EE3BC8218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C70CE-EB63-40B3-A208-4E959621EA0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93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2" r:id="rId4"/>
    <p:sldLayoutId id="2147483652" r:id="rId5"/>
    <p:sldLayoutId id="2147483663" r:id="rId6"/>
    <p:sldLayoutId id="2147483664" r:id="rId7"/>
    <p:sldLayoutId id="2147483665" r:id="rId8"/>
    <p:sldLayoutId id="2147483668" r:id="rId9"/>
    <p:sldLayoutId id="2147483666" r:id="rId10"/>
    <p:sldLayoutId id="21474837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342BA-C0C7-4B92-A3B0-28D958E4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134181"/>
            <a:ext cx="11561105" cy="424732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79E5E-3ABE-4681-8D48-1BC683D9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220" y="1294662"/>
            <a:ext cx="115611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E0323-8A40-4138-9D5E-5EAB16992F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95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8744D272-7787-42F5-8E85-5772E5920C77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65438-486D-49FD-96B6-77EDEC541D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62914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8855-E68B-41AB-A58C-334AEAA410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9372" y="6356350"/>
            <a:ext cx="4292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C70CE-EB63-40B3-A208-4E959621EA0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008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  <p:sldLayoutId id="2147483697" r:id="rId24"/>
    <p:sldLayoutId id="2147483698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A9D2E83-783C-9D48-D313-19E6E76CA3F2}"/>
              </a:ext>
            </a:extLst>
          </p:cNvPr>
          <p:cNvPicPr>
            <a:picLocks noChangeAspect="1"/>
          </p:cNvPicPr>
          <p:nvPr userDrawn="1"/>
        </p:nvPicPr>
        <p:blipFill>
          <a:blip r:embed="rId26">
            <a:alphaModFix amt="20000"/>
          </a:blip>
          <a:srcRect l="41434" t="4325" b="57629"/>
          <a:stretch/>
        </p:blipFill>
        <p:spPr>
          <a:xfrm>
            <a:off x="-10510" y="0"/>
            <a:ext cx="12211694" cy="6858000"/>
          </a:xfrm>
          <a:prstGeom prst="rect">
            <a:avLst/>
          </a:prstGeom>
        </p:spPr>
      </p:pic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2A9BD2EA-4B17-3874-B22C-D1E8BD0701EB}"/>
              </a:ext>
            </a:extLst>
          </p:cNvPr>
          <p:cNvSpPr txBox="1">
            <a:spLocks/>
          </p:cNvSpPr>
          <p:nvPr userDrawn="1"/>
        </p:nvSpPr>
        <p:spPr>
          <a:xfrm>
            <a:off x="9971845" y="6358107"/>
            <a:ext cx="17724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342BA-C0C7-4B92-A3B0-28D958E43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219" y="439479"/>
            <a:ext cx="11561105" cy="718658"/>
          </a:xfrm>
          <a:prstGeom prst="rect">
            <a:avLst/>
          </a:prstGeom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79E5E-3ABE-4681-8D48-1BC683D90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3220" y="1294662"/>
            <a:ext cx="1156110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4C70CE-EB63-40B3-A208-4E959621EA0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220" y="6304547"/>
            <a:ext cx="918763" cy="45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956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2" r:id="rId12"/>
    <p:sldLayoutId id="2147483713" r:id="rId13"/>
    <p:sldLayoutId id="2147483714" r:id="rId14"/>
    <p:sldLayoutId id="2147483716" r:id="rId15"/>
    <p:sldLayoutId id="2147483717" r:id="rId16"/>
    <p:sldLayoutId id="2147483718" r:id="rId17"/>
    <p:sldLayoutId id="2147483719" r:id="rId18"/>
    <p:sldLayoutId id="2147483720" r:id="rId19"/>
    <p:sldLayoutId id="2147483721" r:id="rId20"/>
    <p:sldLayoutId id="2147483722" r:id="rId21"/>
    <p:sldLayoutId id="2147483723" r:id="rId22"/>
    <p:sldLayoutId id="2147483724" r:id="rId23"/>
    <p:sldLayoutId id="2147483725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2">
              <a:lumMod val="50000"/>
            </a:schemeClr>
          </a:solidFill>
          <a:latin typeface="Kalinga" panose="020B0502040204020203" pitchFamily="34" charset="0"/>
          <a:ea typeface="+mj-ea"/>
          <a:cs typeface="Kalinga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>
            <a:lumMod val="10000"/>
          </a:schemeClr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10000"/>
          </a:schemeClr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10000"/>
          </a:schemeClr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10000"/>
          </a:schemeClr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>
            <a:lumMod val="10000"/>
          </a:schemeClr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Poppins Light" pitchFamily="2" charset="77"/>
          <a:ea typeface="+mn-ea"/>
          <a:cs typeface="Poppins Light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56">
          <p15:clr>
            <a:srgbClr val="F26B43"/>
          </p15:clr>
        </p15:guide>
        <p15:guide id="2" pos="733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svg"/><Relationship Id="rId9" Type="http://schemas.openxmlformats.org/officeDocument/2006/relationships/image" Target="../media/image5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55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1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5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27F641-F838-4AE9-7437-428276A2B93B}"/>
              </a:ext>
            </a:extLst>
          </p:cNvPr>
          <p:cNvSpPr txBox="1"/>
          <p:nvPr/>
        </p:nvSpPr>
        <p:spPr>
          <a:xfrm>
            <a:off x="7990433" y="3486568"/>
            <a:ext cx="2468062" cy="1030793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0" vertOverflow="overflow" horzOverflow="overflow" vert="horz" lIns="121920" tIns="60960" rIns="121920" bIns="60960" numCol="1" spcCol="0" rtlCol="0" fromWordArt="0" anchor="t" anchorCtr="0" forceAA="0" compatLnSpc="1">
            <a:prstTxWarp prst="textNoShape">
              <a:avLst/>
            </a:prstTxWarp>
            <a:normAutofit fontScale="92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800"/>
              </a:spcAft>
            </a:pPr>
            <a:r>
              <a:rPr lang="en-US" sz="3600" b="0" i="0" u="none" strike="noStrike" cap="none" dirty="0">
                <a:latin typeface="Verdana"/>
                <a:ea typeface="Verdana"/>
              </a:rPr>
              <a:t>Use Cases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0ACD7C-B856-ED0A-AC21-C20088CEEA83}"/>
              </a:ext>
            </a:extLst>
          </p:cNvPr>
          <p:cNvCxnSpPr>
            <a:cxnSpLocks/>
          </p:cNvCxnSpPr>
          <p:nvPr/>
        </p:nvCxnSpPr>
        <p:spPr>
          <a:xfrm>
            <a:off x="6718087" y="2201034"/>
            <a:ext cx="0" cy="2919981"/>
          </a:xfrm>
          <a:prstGeom prst="line">
            <a:avLst/>
          </a:prstGeom>
          <a:ln w="28575">
            <a:solidFill>
              <a:srgbClr val="0064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5EFE35E-18A8-EEA8-8812-2E9AE553E1C0}"/>
              </a:ext>
            </a:extLst>
          </p:cNvPr>
          <p:cNvSpPr txBox="1"/>
          <p:nvPr/>
        </p:nvSpPr>
        <p:spPr>
          <a:xfrm>
            <a:off x="7188200" y="2672358"/>
            <a:ext cx="4072529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3200" b="1" dirty="0">
                <a:solidFill>
                  <a:srgbClr val="006438"/>
                </a:solidFill>
                <a:latin typeface="Poppins"/>
                <a:cs typeface="Poppins"/>
              </a:rPr>
              <a:t>Data Security</a:t>
            </a:r>
            <a:endParaRPr lang="en-GB" sz="3200" b="1" dirty="0">
              <a:solidFill>
                <a:srgbClr val="006438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3" name="Picture 2" descr="A green circle with white text">
            <a:extLst>
              <a:ext uri="{FF2B5EF4-FFF2-40B4-BE49-F238E27FC236}">
                <a16:creationId xmlns:a16="http://schemas.microsoft.com/office/drawing/2014/main" id="{CCBE2540-FD2F-18E4-4955-F6D8AE43F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60" y="1717644"/>
            <a:ext cx="5025039" cy="3800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209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64973-A2AF-E72C-FCA2-4051B4DD1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97D9DE7-C92F-75D8-D84F-40146F21A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Data Security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716E101-D946-F446-6574-3DFE479B16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</p:spPr>
        <p:txBody>
          <a:bodyPr anchor="t">
            <a:normAutofit/>
          </a:bodyPr>
          <a:lstStyle/>
          <a:p>
            <a:r>
              <a:rPr lang="en-US" dirty="0"/>
              <a:t>Accessing SaaS and/or On-prem Applications – Business Drivers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283CED-8D3A-FC34-DB6C-BDAD7E3BC3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| </a:t>
            </a:r>
            <a:fld id="{FEC5E14B-9965-442C-8683-0E66DD8427DC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89B3884-448B-51CE-19D3-8AF55FFC8269}"/>
              </a:ext>
            </a:extLst>
          </p:cNvPr>
          <p:cNvGrpSpPr/>
          <p:nvPr/>
        </p:nvGrpSpPr>
        <p:grpSpPr>
          <a:xfrm>
            <a:off x="4934608" y="2338509"/>
            <a:ext cx="2367078" cy="2751750"/>
            <a:chOff x="4815122" y="2617746"/>
            <a:chExt cx="3257070" cy="3978671"/>
          </a:xfrm>
        </p:grpSpPr>
        <p:sp>
          <p:nvSpPr>
            <p:cNvPr id="7" name="Text 10">
              <a:extLst>
                <a:ext uri="{FF2B5EF4-FFF2-40B4-BE49-F238E27FC236}">
                  <a16:creationId xmlns:a16="http://schemas.microsoft.com/office/drawing/2014/main" id="{D641893B-7089-04BB-4768-32624E186671}"/>
                </a:ext>
              </a:extLst>
            </p:cNvPr>
            <p:cNvSpPr/>
            <p:nvPr/>
          </p:nvSpPr>
          <p:spPr>
            <a:xfrm>
              <a:off x="6218885" y="3875993"/>
              <a:ext cx="1853307" cy="224234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marL="0" marR="0" lvl="0" indent="0" algn="l" defTabSz="914400" rtl="0" eaLnBrk="1" fontAlgn="auto" latinLnBrk="0" hangingPunct="1">
                <a:lnSpc>
                  <a:spcPts val="1766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12795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3481B82-BAAC-2158-3FA1-3142A739CE7D}"/>
                </a:ext>
              </a:extLst>
            </p:cNvPr>
            <p:cNvSpPr txBox="1"/>
            <p:nvPr/>
          </p:nvSpPr>
          <p:spPr>
            <a:xfrm>
              <a:off x="4840891" y="2617746"/>
              <a:ext cx="2547997" cy="6230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>
                <a:defRPr sz="2200" b="1">
                  <a:solidFill>
                    <a:schemeClr val="bg1"/>
                  </a:solidFill>
                </a:defRPr>
              </a:lvl1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dirty="0">
                  <a:solidFill>
                    <a:srgbClr val="127958"/>
                  </a:solidFill>
                  <a:latin typeface="Poppins" pitchFamily="2" charset="77"/>
                  <a:cs typeface="Poppins" pitchFamily="2" charset="77"/>
                </a:rPr>
                <a:t>Insurance</a:t>
              </a:r>
              <a:endPara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2795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7BBE67-957D-5FE4-996F-0994CD0FE783}"/>
                </a:ext>
              </a:extLst>
            </p:cNvPr>
            <p:cNvSpPr txBox="1"/>
            <p:nvPr/>
          </p:nvSpPr>
          <p:spPr>
            <a:xfrm>
              <a:off x="4815122" y="3180357"/>
              <a:ext cx="2507418" cy="34160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Poppins Light" pitchFamily="2" charset="77"/>
                  <a:ea typeface="+mn-ea"/>
                  <a:cs typeface="Poppins Light" pitchFamily="2" charset="77"/>
                </a:rPr>
                <a:t>Policy Admin Systems</a:t>
              </a:r>
            </a:p>
            <a:p>
              <a:pPr marL="285750" marR="0" lvl="0" indent="-285750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en-US" dirty="0">
                  <a:solidFill>
                    <a:srgbClr val="222222"/>
                  </a:solidFill>
                  <a:latin typeface="Poppins Light" pitchFamily="2" charset="77"/>
                  <a:cs typeface="Poppins Light" pitchFamily="2" charset="77"/>
                </a:rPr>
                <a:t>Self-service portals</a:t>
              </a:r>
            </a:p>
            <a:p>
              <a:pPr marL="285750" marR="0" lvl="0" indent="-285750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Poppins Light" pitchFamily="2" charset="77"/>
                  <a:ea typeface="+mn-ea"/>
                  <a:cs typeface="Poppins Light" pitchFamily="2" charset="77"/>
                </a:rPr>
                <a:t>Claims Automation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0A51B00-6155-2121-D814-10F030E789D3}"/>
              </a:ext>
            </a:extLst>
          </p:cNvPr>
          <p:cNvGrpSpPr/>
          <p:nvPr/>
        </p:nvGrpSpPr>
        <p:grpSpPr>
          <a:xfrm>
            <a:off x="9610173" y="1388161"/>
            <a:ext cx="2439136" cy="3207167"/>
            <a:chOff x="8791865" y="1900220"/>
            <a:chExt cx="3774945" cy="4637146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9FF6A90-8B27-3B50-636A-9D1807EF02F6}"/>
                </a:ext>
              </a:extLst>
            </p:cNvPr>
            <p:cNvGrpSpPr/>
            <p:nvPr/>
          </p:nvGrpSpPr>
          <p:grpSpPr>
            <a:xfrm>
              <a:off x="8791865" y="3274299"/>
              <a:ext cx="3774945" cy="3263067"/>
              <a:chOff x="9006196" y="2127042"/>
              <a:chExt cx="3774945" cy="3263067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E8096B0-C596-F4D8-84CB-A1E20F84E7C8}"/>
                  </a:ext>
                </a:extLst>
              </p:cNvPr>
              <p:cNvSpPr txBox="1"/>
              <p:nvPr/>
            </p:nvSpPr>
            <p:spPr>
              <a:xfrm>
                <a:off x="9006196" y="2127042"/>
                <a:ext cx="3657430" cy="6230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200" b="1" dirty="0">
                    <a:solidFill>
                      <a:srgbClr val="127958"/>
                    </a:solidFill>
                    <a:latin typeface="Poppins" pitchFamily="2" charset="77"/>
                    <a:cs typeface="Poppins" pitchFamily="2" charset="77"/>
                  </a:rPr>
                  <a:t>Manufacturing</a:t>
                </a:r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Poppins" pitchFamily="2" charset="77"/>
                  <a:ea typeface="+mn-ea"/>
                  <a:cs typeface="Poppins" pitchFamily="2" charset="7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977BEE8-5228-7365-A9EC-473A7DE40CD3}"/>
                  </a:ext>
                </a:extLst>
              </p:cNvPr>
              <p:cNvSpPr txBox="1"/>
              <p:nvPr/>
            </p:nvSpPr>
            <p:spPr>
              <a:xfrm>
                <a:off x="9196913" y="2831053"/>
                <a:ext cx="3584228" cy="255905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285750" marR="0" lvl="0" indent="-285750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8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uLnTx/>
                    <a:uFillTx/>
                    <a:latin typeface="Poppins Light" pitchFamily="2" charset="77"/>
                    <a:ea typeface="Aptos" panose="020B0004020202020204" pitchFamily="34" charset="0"/>
                    <a:cs typeface="Poppins Light" pitchFamily="2" charset="77"/>
                  </a:rPr>
                  <a:t>ERP</a:t>
                </a:r>
              </a:p>
              <a:p>
                <a:pPr marL="285750" marR="0" lvl="0" indent="-285750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8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uLnTx/>
                    <a:uFillTx/>
                    <a:latin typeface="Poppins Light" pitchFamily="2" charset="77"/>
                    <a:ea typeface="Aptos" panose="020B0004020202020204" pitchFamily="34" charset="0"/>
                    <a:cs typeface="Poppins Light" pitchFamily="2" charset="77"/>
                  </a:rPr>
                  <a:t>Supply Chain </a:t>
                </a:r>
                <a:r>
                  <a:rPr lang="en-US" kern="100" dirty="0">
                    <a:solidFill>
                      <a:srgbClr val="222222"/>
                    </a:solidFill>
                    <a:latin typeface="Poppins Light" pitchFamily="2" charset="77"/>
                    <a:ea typeface="Aptos" panose="020B0004020202020204" pitchFamily="34" charset="0"/>
                    <a:cs typeface="Poppins Light" pitchFamily="2" charset="77"/>
                  </a:rPr>
                  <a:t>Integration</a:t>
                </a:r>
              </a:p>
              <a:p>
                <a:pPr marL="285750" marR="0" lvl="0" indent="-285750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 typeface="Wingdings" panose="05000000000000000000" pitchFamily="2" charset="2"/>
                  <a:buChar char="§"/>
                  <a:tabLst/>
                  <a:defRPr/>
                </a:pPr>
                <a:r>
                  <a:rPr kumimoji="0" lang="en-US" sz="18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uLnTx/>
                    <a:uFillTx/>
                    <a:latin typeface="Poppins Light" pitchFamily="2" charset="77"/>
                    <a:ea typeface="Aptos" panose="020B0004020202020204" pitchFamily="34" charset="0"/>
                    <a:cs typeface="Poppins Light" pitchFamily="2" charset="77"/>
                  </a:rPr>
                  <a:t>Predicative Maintenance</a:t>
                </a:r>
              </a:p>
            </p:txBody>
          </p:sp>
        </p:grpSp>
        <p:pic>
          <p:nvPicPr>
            <p:cNvPr id="14" name="Picture 41">
              <a:extLst>
                <a:ext uri="{FF2B5EF4-FFF2-40B4-BE49-F238E27FC236}">
                  <a16:creationId xmlns:a16="http://schemas.microsoft.com/office/drawing/2014/main" id="{5A8524DD-9CE1-26A1-7EC9-32E5D90EE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007441" y="1900220"/>
              <a:ext cx="1229581" cy="1229581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63864C9-7915-A6F2-CC1D-53B1E49D9B5F}"/>
              </a:ext>
            </a:extLst>
          </p:cNvPr>
          <p:cNvGrpSpPr/>
          <p:nvPr/>
        </p:nvGrpSpPr>
        <p:grpSpPr>
          <a:xfrm>
            <a:off x="314138" y="2338509"/>
            <a:ext cx="2253524" cy="2771048"/>
            <a:chOff x="743346" y="2549773"/>
            <a:chExt cx="2925894" cy="400657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17E03C1-2321-F94B-AC24-6D1AF69A0E0B}"/>
                </a:ext>
              </a:extLst>
            </p:cNvPr>
            <p:cNvSpPr txBox="1"/>
            <p:nvPr/>
          </p:nvSpPr>
          <p:spPr>
            <a:xfrm>
              <a:off x="1239457" y="2549773"/>
              <a:ext cx="2063697" cy="6230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Poppins" pitchFamily="2" charset="77"/>
                  <a:ea typeface="+mn-ea"/>
                  <a:cs typeface="Poppins" pitchFamily="2" charset="77"/>
                </a:rPr>
                <a:t>Finance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D6352D4-B4C6-0001-47FC-A79727551014}"/>
                </a:ext>
              </a:extLst>
            </p:cNvPr>
            <p:cNvSpPr txBox="1"/>
            <p:nvPr/>
          </p:nvSpPr>
          <p:spPr>
            <a:xfrm>
              <a:off x="743346" y="3140286"/>
              <a:ext cx="2925894" cy="3416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en-US" dirty="0">
                  <a:solidFill>
                    <a:srgbClr val="222222"/>
                  </a:solidFill>
                  <a:latin typeface="Poppins Light" pitchFamily="2" charset="77"/>
                  <a:cs typeface="Poppins Light" pitchFamily="2" charset="77"/>
                </a:rPr>
                <a:t>Digital Banking</a:t>
              </a:r>
            </a:p>
            <a:p>
              <a:pPr marL="285750" marR="0" lvl="0" indent="-285750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en-US" dirty="0">
                  <a:solidFill>
                    <a:srgbClr val="222222"/>
                  </a:solidFill>
                  <a:latin typeface="Poppins Light" pitchFamily="2" charset="77"/>
                  <a:cs typeface="Poppins Light" pitchFamily="2" charset="77"/>
                </a:rPr>
                <a:t>Automated Compliance Monitoring and Detection</a:t>
              </a:r>
            </a:p>
            <a:p>
              <a:pPr marL="285750" marR="0" lvl="0" indent="-285750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en-US" dirty="0">
                  <a:solidFill>
                    <a:srgbClr val="222222"/>
                  </a:solidFill>
                  <a:latin typeface="Poppins Light" pitchFamily="2" charset="77"/>
                  <a:cs typeface="Poppins Light" pitchFamily="2" charset="77"/>
                </a:rPr>
                <a:t>Fraud Detection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oppins Light" pitchFamily="2" charset="77"/>
                <a:ea typeface="+mn-ea"/>
                <a:cs typeface="Poppins Light" pitchFamily="2" charset="77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52132A1-3756-0A9E-4C70-25ED82EB71CA}"/>
              </a:ext>
            </a:extLst>
          </p:cNvPr>
          <p:cNvGrpSpPr/>
          <p:nvPr/>
        </p:nvGrpSpPr>
        <p:grpSpPr>
          <a:xfrm>
            <a:off x="2581825" y="2338509"/>
            <a:ext cx="2150809" cy="2771048"/>
            <a:chOff x="743346" y="2549773"/>
            <a:chExt cx="2925894" cy="400657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232F5E1-83F3-741E-2773-E452D4C236B0}"/>
                </a:ext>
              </a:extLst>
            </p:cNvPr>
            <p:cNvSpPr txBox="1"/>
            <p:nvPr/>
          </p:nvSpPr>
          <p:spPr>
            <a:xfrm>
              <a:off x="1239457" y="2549773"/>
              <a:ext cx="1564576" cy="6230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200" b="1" dirty="0">
                  <a:solidFill>
                    <a:srgbClr val="127958"/>
                  </a:solidFill>
                  <a:latin typeface="Poppins" pitchFamily="2" charset="77"/>
                  <a:cs typeface="Poppins" pitchFamily="2" charset="77"/>
                </a:rPr>
                <a:t>Retail</a:t>
              </a:r>
              <a:endPara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127958"/>
                </a:solidFill>
                <a:effectLst/>
                <a:uLnTx/>
                <a:uFillTx/>
                <a:latin typeface="Poppins" pitchFamily="2" charset="77"/>
                <a:ea typeface="+mn-ea"/>
                <a:cs typeface="Poppins" pitchFamily="2" charset="7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0001FDA-A72C-139F-7432-450A1AD0939E}"/>
                </a:ext>
              </a:extLst>
            </p:cNvPr>
            <p:cNvSpPr txBox="1"/>
            <p:nvPr/>
          </p:nvSpPr>
          <p:spPr>
            <a:xfrm>
              <a:off x="743346" y="3140286"/>
              <a:ext cx="2925894" cy="3416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800" b="0" i="0" u="none" strike="noStrike" kern="1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Poppins Light" pitchFamily="2" charset="77"/>
                  <a:ea typeface="Aptos" panose="020B0004020202020204" pitchFamily="34" charset="0"/>
                  <a:cs typeface="Poppins Light" pitchFamily="2" charset="77"/>
                </a:rPr>
                <a:t>E-commerce (online storefronts)</a:t>
              </a:r>
            </a:p>
            <a:p>
              <a:pPr marL="285750" marR="0" lvl="0" indent="-285750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en-US" kern="100" dirty="0">
                  <a:solidFill>
                    <a:srgbClr val="222222"/>
                  </a:solidFill>
                  <a:latin typeface="Poppins Light" pitchFamily="2" charset="77"/>
                  <a:cs typeface="Poppins Light" pitchFamily="2" charset="77"/>
                </a:rPr>
                <a:t>POS</a:t>
              </a:r>
            </a:p>
            <a:p>
              <a:pPr marL="285750" marR="0" lvl="0" indent="-285750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en-US" kern="100" dirty="0">
                  <a:solidFill>
                    <a:srgbClr val="222222"/>
                  </a:solidFill>
                  <a:latin typeface="Poppins Light" pitchFamily="2" charset="77"/>
                  <a:cs typeface="Poppins Light" pitchFamily="2" charset="77"/>
                </a:rPr>
                <a:t>Inventory and Supply chain management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oppins Light" pitchFamily="2" charset="77"/>
                <a:ea typeface="+mn-ea"/>
                <a:cs typeface="Poppins Light" pitchFamily="2" charset="77"/>
              </a:endParaRP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4CD4029-D606-8D50-E549-FCDCC5F53D08}"/>
              </a:ext>
            </a:extLst>
          </p:cNvPr>
          <p:cNvGrpSpPr/>
          <p:nvPr/>
        </p:nvGrpSpPr>
        <p:grpSpPr>
          <a:xfrm>
            <a:off x="7058025" y="2394534"/>
            <a:ext cx="2503931" cy="3067412"/>
            <a:chOff x="743346" y="2549773"/>
            <a:chExt cx="2925893" cy="4435076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C16D0AA-07EE-9217-1DA0-40A0B7A7CD98}"/>
                </a:ext>
              </a:extLst>
            </p:cNvPr>
            <p:cNvSpPr txBox="1"/>
            <p:nvPr/>
          </p:nvSpPr>
          <p:spPr>
            <a:xfrm>
              <a:off x="1239457" y="2549773"/>
              <a:ext cx="1480565" cy="6230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Poppins" pitchFamily="2" charset="77"/>
                  <a:ea typeface="+mn-ea"/>
                  <a:cs typeface="Poppins" pitchFamily="2" charset="77"/>
                </a:rPr>
                <a:t>Legal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1E866D12-1910-7646-1818-B500B217CD49}"/>
                </a:ext>
              </a:extLst>
            </p:cNvPr>
            <p:cNvSpPr txBox="1"/>
            <p:nvPr/>
          </p:nvSpPr>
          <p:spPr>
            <a:xfrm>
              <a:off x="743346" y="3140286"/>
              <a:ext cx="2925893" cy="38445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marR="0" lvl="0" indent="-285750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en-US" kern="100" dirty="0">
                  <a:solidFill>
                    <a:srgbClr val="222222"/>
                  </a:solidFill>
                  <a:latin typeface="Poppins Light" pitchFamily="2" charset="77"/>
                  <a:cs typeface="Poppins Light" pitchFamily="2" charset="77"/>
                </a:rPr>
                <a:t>Compliance and Risk Management</a:t>
              </a:r>
            </a:p>
            <a:p>
              <a:pPr marL="285750" marR="0" lvl="0" indent="-285750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lang="en-US" kern="100" dirty="0">
                  <a:solidFill>
                    <a:srgbClr val="222222"/>
                  </a:solidFill>
                  <a:latin typeface="Poppins Light" pitchFamily="2" charset="77"/>
                  <a:cs typeface="Poppins Light" pitchFamily="2" charset="77"/>
                </a:rPr>
                <a:t>Case Management</a:t>
              </a:r>
            </a:p>
            <a:p>
              <a:pPr marL="285750" marR="0" lvl="0" indent="-285750" defTabSz="914400" rtl="0" eaLnBrk="1" fontAlgn="auto" latinLnBrk="0" hangingPunct="1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  <a:buClrTx/>
                <a:buSzTx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sz="1800" b="0" i="0" u="none" strike="noStrike" kern="1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Poppins Light" pitchFamily="2" charset="77"/>
                  <a:ea typeface="+mn-ea"/>
                  <a:cs typeface="Poppins Light" pitchFamily="2" charset="77"/>
                </a:rPr>
                <a:t>Contract </a:t>
              </a:r>
              <a:r>
                <a:rPr lang="en-US" kern="100" dirty="0">
                  <a:solidFill>
                    <a:srgbClr val="222222"/>
                  </a:solidFill>
                  <a:latin typeface="Poppins Light" pitchFamily="2" charset="77"/>
                  <a:cs typeface="Poppins Light" pitchFamily="2" charset="77"/>
                </a:rPr>
                <a:t>Lifecyle management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Poppins Light" pitchFamily="2" charset="77"/>
                <a:ea typeface="+mn-ea"/>
                <a:cs typeface="Poppins Light" pitchFamily="2" charset="77"/>
              </a:endParaRPr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6A56039F-E875-8ED8-EEFA-6478728CF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320" y="1326967"/>
            <a:ext cx="781159" cy="85737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C3619571-BB29-B7E2-4916-5B07AB74A9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45947" y="1408497"/>
            <a:ext cx="809738" cy="80973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F7C3E23-2055-8206-380C-7E11ACCBF5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7968" y="1363227"/>
            <a:ext cx="790685" cy="933580"/>
          </a:xfrm>
          <a:prstGeom prst="rect">
            <a:avLst/>
          </a:prstGeom>
        </p:spPr>
      </p:pic>
      <p:pic>
        <p:nvPicPr>
          <p:cNvPr id="2" name="Picture 43">
            <a:extLst>
              <a:ext uri="{FF2B5EF4-FFF2-40B4-BE49-F238E27FC236}">
                <a16:creationId xmlns:a16="http://schemas.microsoft.com/office/drawing/2014/main" id="{0277C83D-BA64-645E-1F62-3090FD1DB4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429093" y="1408497"/>
            <a:ext cx="797692" cy="84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25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5B989-CD84-B58F-CB28-D1D123154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AC13835-F0FB-51DD-CA30-7894C4E18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Data Security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D66426-4499-55BA-7E9C-AFC796366B8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</p:spPr>
        <p:txBody>
          <a:bodyPr anchor="t">
            <a:normAutofit/>
          </a:bodyPr>
          <a:lstStyle/>
          <a:p>
            <a:r>
              <a:rPr lang="en-US" dirty="0"/>
              <a:t>Accessing SaaS and/or On-prem Applications – Challenges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CAE2F9-7F6B-7703-79FC-3365E3AFC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| </a:t>
            </a:r>
            <a:fld id="{FEC5E14B-9965-442C-8683-0E66DD8427DC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B81115-DAD7-6CA6-C746-F65D705E8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417" y="1423678"/>
            <a:ext cx="4763165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39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925DD893-EB19-B4B9-0A3C-D32E9EBAA4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800" dirty="0"/>
              <a:t>Data Security – Use Cases</a:t>
            </a:r>
            <a:endParaRPr lang="en-IL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65612CA-C5C0-445E-E3F2-69964FD85DB1}"/>
              </a:ext>
            </a:extLst>
          </p:cNvPr>
          <p:cNvGrpSpPr/>
          <p:nvPr/>
        </p:nvGrpSpPr>
        <p:grpSpPr>
          <a:xfrm>
            <a:off x="4648992" y="2218494"/>
            <a:ext cx="3450369" cy="3633773"/>
            <a:chOff x="4648992" y="2218494"/>
            <a:chExt cx="3450369" cy="3633773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4BA4C23-AD02-36D2-A2D6-93A3DA6D3D71}"/>
                </a:ext>
              </a:extLst>
            </p:cNvPr>
            <p:cNvGrpSpPr/>
            <p:nvPr/>
          </p:nvGrpSpPr>
          <p:grpSpPr>
            <a:xfrm>
              <a:off x="4648992" y="3563008"/>
              <a:ext cx="3450369" cy="2289259"/>
              <a:chOff x="4621823" y="2455821"/>
              <a:chExt cx="3450369" cy="2289259"/>
            </a:xfrm>
          </p:grpSpPr>
          <p:sp>
            <p:nvSpPr>
              <p:cNvPr id="13" name="Text 10">
                <a:extLst>
                  <a:ext uri="{FF2B5EF4-FFF2-40B4-BE49-F238E27FC236}">
                    <a16:creationId xmlns:a16="http://schemas.microsoft.com/office/drawing/2014/main" id="{9DEA166D-0381-6C52-E421-A804F5D977F0}"/>
                  </a:ext>
                </a:extLst>
              </p:cNvPr>
              <p:cNvSpPr/>
              <p:nvPr/>
            </p:nvSpPr>
            <p:spPr>
              <a:xfrm>
                <a:off x="6218885" y="3875993"/>
                <a:ext cx="1853307" cy="224234"/>
              </a:xfrm>
              <a:prstGeom prst="rect">
                <a:avLst/>
              </a:prstGeom>
              <a:noFill/>
              <a:ln/>
            </p:spPr>
            <p:txBody>
              <a:bodyPr wrap="none" rtlCol="0" anchor="t"/>
              <a:lstStyle/>
              <a:p>
                <a:pPr marL="0" marR="0" lvl="0" indent="0" algn="l" defTabSz="914400" rtl="0" eaLnBrk="1" fontAlgn="auto" latinLnBrk="0" hangingPunct="1">
                  <a:lnSpc>
                    <a:spcPts val="1766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Poppins" pitchFamily="2" charset="77"/>
                  <a:ea typeface="+mn-ea"/>
                  <a:cs typeface="Poppins" pitchFamily="2" charset="77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BB40299-7B6B-2E98-0773-B9910CAF91B3}"/>
                  </a:ext>
                </a:extLst>
              </p:cNvPr>
              <p:cNvSpPr txBox="1"/>
              <p:nvPr/>
            </p:nvSpPr>
            <p:spPr>
              <a:xfrm>
                <a:off x="4840892" y="2455821"/>
                <a:ext cx="2606804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sz="2200" b="1">
                    <a:solidFill>
                      <a:schemeClr val="bg1"/>
                    </a:solidFill>
                  </a:defRPr>
                </a:lvl1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7958"/>
                    </a:solidFill>
                    <a:effectLst/>
                    <a:uLnTx/>
                    <a:uFillTx/>
                    <a:latin typeface="Poppins" pitchFamily="2" charset="77"/>
                    <a:ea typeface="+mn-ea"/>
                    <a:cs typeface="Poppins" pitchFamily="2" charset="77"/>
                  </a:rPr>
                  <a:t>Cloud Discovery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2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127958"/>
                    </a:solidFill>
                    <a:effectLst/>
                    <a:uLnTx/>
                    <a:uFillTx/>
                    <a:latin typeface="Poppins" pitchFamily="2" charset="77"/>
                    <a:ea typeface="+mn-ea"/>
                    <a:cs typeface="Poppins" pitchFamily="2" charset="77"/>
                  </a:rPr>
                  <a:t>&amp; Control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1ADEA1A-B996-21C9-AB5A-DE52E6C8E4B0}"/>
                  </a:ext>
                </a:extLst>
              </p:cNvPr>
              <p:cNvSpPr txBox="1"/>
              <p:nvPr/>
            </p:nvSpPr>
            <p:spPr>
              <a:xfrm>
                <a:off x="4621823" y="3180356"/>
                <a:ext cx="2925894" cy="15647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22C33"/>
                    </a:solidFill>
                    <a:effectLst/>
                    <a:uLnTx/>
                    <a:uFillTx/>
                    <a:latin typeface="Poppins Light" pitchFamily="2" charset="77"/>
                    <a:ea typeface="+mn-ea"/>
                    <a:cs typeface="Poppins Light" pitchFamily="2" charset="77"/>
                  </a:rPr>
                  <a:t>Discover and control access to all sanctioned and unsanctioned cloud/AI apps (Shadow IT &amp; AI)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Poppins Light" pitchFamily="2" charset="77"/>
                  <a:ea typeface="+mn-ea"/>
                  <a:cs typeface="Poppins Light" pitchFamily="2" charset="77"/>
                </a:endParaRPr>
              </a:p>
            </p:txBody>
          </p:sp>
        </p:grp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988551FB-A47B-B589-8921-7589FFB51E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5506980" y="2218494"/>
              <a:ext cx="1229580" cy="122958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7073BD2-7F25-E702-9967-89E4F7EBE55F}"/>
              </a:ext>
            </a:extLst>
          </p:cNvPr>
          <p:cNvGrpSpPr/>
          <p:nvPr/>
        </p:nvGrpSpPr>
        <p:grpSpPr>
          <a:xfrm>
            <a:off x="8279684" y="2218494"/>
            <a:ext cx="3026491" cy="3652823"/>
            <a:chOff x="8279684" y="2218494"/>
            <a:chExt cx="3026491" cy="3652823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41C8526-7286-4F2A-D823-DFE81F57562F}"/>
                </a:ext>
              </a:extLst>
            </p:cNvPr>
            <p:cNvGrpSpPr/>
            <p:nvPr/>
          </p:nvGrpSpPr>
          <p:grpSpPr>
            <a:xfrm>
              <a:off x="8279684" y="3563008"/>
              <a:ext cx="3026491" cy="2308309"/>
              <a:chOff x="8494015" y="2415751"/>
              <a:chExt cx="3026491" cy="2308309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00B4D2-F453-61F8-8141-A3C1491724FE}"/>
                  </a:ext>
                </a:extLst>
              </p:cNvPr>
              <p:cNvSpPr txBox="1"/>
              <p:nvPr/>
            </p:nvSpPr>
            <p:spPr>
              <a:xfrm>
                <a:off x="8891422" y="2415751"/>
                <a:ext cx="2305439" cy="76944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200" b="1" dirty="0">
                    <a:solidFill>
                      <a:srgbClr val="127958"/>
                    </a:solidFill>
                    <a:latin typeface="Poppins" pitchFamily="2" charset="77"/>
                    <a:cs typeface="Poppins" pitchFamily="2" charset="77"/>
                  </a:rPr>
                  <a:t>Compliance &amp;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200" b="1" dirty="0">
                    <a:solidFill>
                      <a:srgbClr val="127958"/>
                    </a:solidFill>
                    <a:latin typeface="Poppins" pitchFamily="2" charset="77"/>
                    <a:cs typeface="Poppins" pitchFamily="2" charset="77"/>
                  </a:rPr>
                  <a:t>Governance</a:t>
                </a:r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Poppins" pitchFamily="2" charset="77"/>
                  <a:ea typeface="+mn-ea"/>
                  <a:cs typeface="Poppins" pitchFamily="2" charset="77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42CC36-3AB2-4A66-40F4-BF87FF9F8A5F}"/>
                  </a:ext>
                </a:extLst>
              </p:cNvPr>
              <p:cNvSpPr txBox="1"/>
              <p:nvPr/>
            </p:nvSpPr>
            <p:spPr>
              <a:xfrm>
                <a:off x="8494015" y="3159336"/>
                <a:ext cx="3026491" cy="1564724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uLnTx/>
                    <a:uFillTx/>
                    <a:latin typeface="Poppins Light" pitchFamily="2" charset="77"/>
                    <a:ea typeface="Aptos" panose="020B0004020202020204" pitchFamily="34" charset="0"/>
                    <a:cs typeface="Poppins Light" pitchFamily="2" charset="77"/>
                  </a:rPr>
                  <a:t>Assess cloud application security posture against compliance frameworks e.g., ISO 27001, SOX, PCI-DSS</a:t>
                </a:r>
              </a:p>
            </p:txBody>
          </p:sp>
        </p:grp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94496D46-4C94-F8F7-02CA-8A7A56FF52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9139387" y="2218494"/>
              <a:ext cx="1229580" cy="122958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7D38871-24FC-D074-6A76-1DCE79AF2B35}"/>
              </a:ext>
            </a:extLst>
          </p:cNvPr>
          <p:cNvGrpSpPr/>
          <p:nvPr/>
        </p:nvGrpSpPr>
        <p:grpSpPr>
          <a:xfrm>
            <a:off x="831453" y="2211374"/>
            <a:ext cx="3212739" cy="3048166"/>
            <a:chOff x="831453" y="2211374"/>
            <a:chExt cx="3212739" cy="304816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A6D2C2D-5B31-5F44-C62E-8E08D799AADF}"/>
                </a:ext>
              </a:extLst>
            </p:cNvPr>
            <p:cNvGrpSpPr/>
            <p:nvPr/>
          </p:nvGrpSpPr>
          <p:grpSpPr>
            <a:xfrm>
              <a:off x="831453" y="3641974"/>
              <a:ext cx="3212739" cy="1617566"/>
              <a:chOff x="621315" y="2494717"/>
              <a:chExt cx="3212739" cy="161756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08A9F2-90D6-E103-70D1-C01D64BE75D0}"/>
                  </a:ext>
                </a:extLst>
              </p:cNvPr>
              <p:cNvSpPr txBox="1"/>
              <p:nvPr/>
            </p:nvSpPr>
            <p:spPr>
              <a:xfrm>
                <a:off x="621315" y="2494717"/>
                <a:ext cx="3212739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2200" b="1" dirty="0">
                    <a:solidFill>
                      <a:srgbClr val="127958"/>
                    </a:solidFill>
                    <a:latin typeface="Poppins" pitchFamily="2" charset="77"/>
                    <a:cs typeface="Poppins" pitchFamily="2" charset="77"/>
                  </a:rPr>
                  <a:t>Data Loss Prevention</a:t>
                </a:r>
                <a:endParaRPr kumimoji="0" 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127958"/>
                  </a:solidFill>
                  <a:effectLst/>
                  <a:uLnTx/>
                  <a:uFillTx/>
                  <a:latin typeface="Poppins" pitchFamily="2" charset="77"/>
                  <a:ea typeface="+mn-ea"/>
                  <a:cs typeface="Poppins" pitchFamily="2" charset="77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7955DCB-CA60-3D11-E2E6-16BAC12708E4}"/>
                  </a:ext>
                </a:extLst>
              </p:cNvPr>
              <p:cNvSpPr txBox="1"/>
              <p:nvPr/>
            </p:nvSpPr>
            <p:spPr>
              <a:xfrm>
                <a:off x="743346" y="3140286"/>
                <a:ext cx="2925894" cy="971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00" cap="none" spc="0" normalizeH="0" baseline="0" noProof="0" dirty="0">
                    <a:ln>
                      <a:noFill/>
                    </a:ln>
                    <a:solidFill>
                      <a:srgbClr val="222222"/>
                    </a:solidFill>
                    <a:effectLst/>
                    <a:uLnTx/>
                    <a:uFillTx/>
                    <a:latin typeface="Poppins Light" pitchFamily="2" charset="77"/>
                    <a:ea typeface="Aptos" panose="020B0004020202020204" pitchFamily="34" charset="0"/>
                    <a:cs typeface="Poppins Light" pitchFamily="2" charset="77"/>
                  </a:rPr>
                  <a:t>Detect and Prevent the sharing of sensitive data e.g., PII, PHI</a:t>
                </a: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Poppins Light" pitchFamily="2" charset="77"/>
                  <a:ea typeface="+mn-ea"/>
                  <a:cs typeface="Poppins Light" pitchFamily="2" charset="77"/>
                </a:endParaRPr>
              </a:p>
            </p:txBody>
          </p:sp>
        </p:grp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F77F241A-0B4A-BBAA-A199-E2CA4927184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/>
          </p:blipFill>
          <p:spPr>
            <a:xfrm>
              <a:off x="1823033" y="2211374"/>
              <a:ext cx="1229580" cy="121591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688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7A4A92-5B81-CF71-267F-7BBE3FDED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3581A72-4507-35DF-5638-34DB0D0B00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Data Security Use Cases &amp; Solutions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9FB7B2D-295D-A043-322F-AB89525E72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</p:spPr>
        <p:txBody>
          <a:bodyPr anchor="t">
            <a:normAutofit/>
          </a:bodyPr>
          <a:lstStyle/>
          <a:p>
            <a:r>
              <a:rPr lang="en-US" dirty="0"/>
              <a:t>Accessing SaaS and/or On-prem Applications - Solutions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2863C5-9BEC-F7E8-D730-000AE5F75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| </a:t>
            </a:r>
            <a:fld id="{FEC5E14B-9965-442C-8683-0E66DD8427DC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AA8776-F514-B233-9E17-C41A45A247A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354129341"/>
              </p:ext>
            </p:extLst>
          </p:nvPr>
        </p:nvGraphicFramePr>
        <p:xfrm>
          <a:off x="582435" y="1165225"/>
          <a:ext cx="10490555" cy="5184727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88883">
                  <a:extLst>
                    <a:ext uri="{9D8B030D-6E8A-4147-A177-3AD203B41FA5}">
                      <a16:colId xmlns:a16="http://schemas.microsoft.com/office/drawing/2014/main" val="1064817782"/>
                    </a:ext>
                  </a:extLst>
                </a:gridCol>
                <a:gridCol w="2329082">
                  <a:extLst>
                    <a:ext uri="{9D8B030D-6E8A-4147-A177-3AD203B41FA5}">
                      <a16:colId xmlns:a16="http://schemas.microsoft.com/office/drawing/2014/main" val="3094547876"/>
                    </a:ext>
                  </a:extLst>
                </a:gridCol>
                <a:gridCol w="3795510">
                  <a:extLst>
                    <a:ext uri="{9D8B030D-6E8A-4147-A177-3AD203B41FA5}">
                      <a16:colId xmlns:a16="http://schemas.microsoft.com/office/drawing/2014/main" val="2779273047"/>
                    </a:ext>
                  </a:extLst>
                </a:gridCol>
                <a:gridCol w="4077080">
                  <a:extLst>
                    <a:ext uri="{9D8B030D-6E8A-4147-A177-3AD203B41FA5}">
                      <a16:colId xmlns:a16="http://schemas.microsoft.com/office/drawing/2014/main" val="479123735"/>
                    </a:ext>
                  </a:extLst>
                </a:gridCol>
              </a:tblGrid>
              <a:tr h="1951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900" b="1">
                          <a:solidFill>
                            <a:srgbClr val="455A64"/>
                          </a:solidFill>
                          <a:effectLst/>
                        </a:rPr>
                        <a:t>No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900" b="1">
                          <a:solidFill>
                            <a:srgbClr val="455A64"/>
                          </a:solidFill>
                          <a:effectLst/>
                        </a:rPr>
                        <a:t>Use Case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900" b="1">
                          <a:solidFill>
                            <a:srgbClr val="455A64"/>
                          </a:solidFill>
                          <a:effectLst/>
                        </a:rPr>
                        <a:t>Challenge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900" b="1" dirty="0">
                          <a:solidFill>
                            <a:srgbClr val="455A64"/>
                          </a:solidFill>
                          <a:effectLst/>
                        </a:rPr>
                        <a:t>Cato Networks Solution</a:t>
                      </a:r>
                    </a:p>
                  </a:txBody>
                  <a:tcPr marL="19171" marR="19171" marT="9586" marB="9586" anchor="ctr"/>
                </a:tc>
                <a:extLst>
                  <a:ext uri="{0D108BD9-81ED-4DB2-BD59-A6C34878D82A}">
                    <a16:rowId xmlns:a16="http://schemas.microsoft.com/office/drawing/2014/main" val="1919324034"/>
                  </a:ext>
                </a:extLst>
              </a:tr>
              <a:tr h="478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effectLst/>
                        </a:rPr>
                        <a:t> 1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 dirty="0">
                          <a:effectLst/>
                        </a:rPr>
                        <a:t>Discover all cloud applications and services in the organisation</a:t>
                      </a:r>
                      <a:endParaRPr lang="en-GB" sz="900" dirty="0">
                        <a:effectLst/>
                      </a:endParaRP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>
                          <a:effectLst/>
                        </a:rPr>
                        <a:t>Shadow IT introducing unknown and unmanaged risks within the environment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>
                          <a:effectLst/>
                        </a:rPr>
                        <a:t>CASB licence. Application Control </a:t>
                      </a:r>
                      <a:r>
                        <a:rPr lang="en-GB" sz="900" dirty="0" err="1">
                          <a:effectLst/>
                        </a:rPr>
                        <a:t>Rulebase</a:t>
                      </a:r>
                      <a:r>
                        <a:rPr lang="en-GB" sz="900" dirty="0">
                          <a:effectLst/>
                        </a:rPr>
                        <a:t> in Monitor mode.</a:t>
                      </a:r>
                    </a:p>
                  </a:txBody>
                  <a:tcPr marL="19171" marR="19171" marT="9586" marB="9586" anchor="ctr"/>
                </a:tc>
                <a:extLst>
                  <a:ext uri="{0D108BD9-81ED-4DB2-BD59-A6C34878D82A}">
                    <a16:rowId xmlns:a16="http://schemas.microsoft.com/office/drawing/2014/main" val="1742879383"/>
                  </a:ext>
                </a:extLst>
              </a:tr>
              <a:tr h="478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effectLst/>
                        </a:rPr>
                        <a:t>2 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 dirty="0">
                          <a:effectLst/>
                        </a:rPr>
                        <a:t>Inline and Out of Band SaaS Application controls</a:t>
                      </a:r>
                      <a:endParaRPr lang="en-GB" sz="900" dirty="0">
                        <a:effectLst/>
                      </a:endParaRP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Enables users to safely access and use sanctioned and shadow cloud applications and lets you enforce a corporate policy.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dirty="0">
                          <a:effectLst/>
                        </a:rPr>
                        <a:t>CASB licence. Sanctioned Apps Category and Application Control Policy. For Out of band use the integrations with SaaS applications.</a:t>
                      </a:r>
                    </a:p>
                    <a:p>
                      <a:pPr>
                        <a:buNone/>
                      </a:pPr>
                      <a:endParaRPr lang="en-GB" sz="900" dirty="0">
                        <a:effectLst/>
                      </a:endParaRPr>
                    </a:p>
                  </a:txBody>
                  <a:tcPr marL="19171" marR="19171" marT="9586" marB="9586" anchor="ctr"/>
                </a:tc>
                <a:extLst>
                  <a:ext uri="{0D108BD9-81ED-4DB2-BD59-A6C34878D82A}">
                    <a16:rowId xmlns:a16="http://schemas.microsoft.com/office/drawing/2014/main" val="4105021051"/>
                  </a:ext>
                </a:extLst>
              </a:tr>
              <a:tr h="337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effectLst/>
                        </a:rPr>
                        <a:t>3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 dirty="0">
                          <a:effectLst/>
                        </a:rPr>
                        <a:t>Assess the risks and compliance posture of the cloud apps</a:t>
                      </a:r>
                      <a:endParaRPr lang="en-GB" sz="900" dirty="0">
                        <a:effectLst/>
                      </a:endParaRP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>
                          <a:effectLst/>
                        </a:rPr>
                        <a:t>Ensuring that the organisation meets internal security policies and relevant industry or compliance requirements.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>
                          <a:effectLst/>
                        </a:rPr>
                        <a:t>CASB licence. Cloud Apps Dashboard and Application Analytics. </a:t>
                      </a:r>
                    </a:p>
                  </a:txBody>
                  <a:tcPr marL="19171" marR="19171" marT="9586" marB="9586" anchor="ctr"/>
                </a:tc>
                <a:extLst>
                  <a:ext uri="{0D108BD9-81ED-4DB2-BD59-A6C34878D82A}">
                    <a16:rowId xmlns:a16="http://schemas.microsoft.com/office/drawing/2014/main" val="1763133426"/>
                  </a:ext>
                </a:extLst>
              </a:tr>
              <a:tr h="337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effectLst/>
                        </a:rPr>
                        <a:t>4 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 dirty="0">
                          <a:effectLst/>
                        </a:rPr>
                        <a:t>Data exfiltration from the corporate apps</a:t>
                      </a:r>
                      <a:endParaRPr lang="en-GB" sz="900" dirty="0">
                        <a:effectLst/>
                      </a:endParaRP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/>
                        <a:t>Confidential corporate data represents one of the most valuable assets within any organisation. Robust safeguards is required to ensure this information remains secure and cannot be exfiltrated or misused.</a:t>
                      </a:r>
                      <a:endParaRPr lang="en-GB" sz="900" dirty="0">
                        <a:effectLst/>
                      </a:endParaRP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>
                          <a:effectLst/>
                        </a:rPr>
                        <a:t>CASB and DLP licenses. Configuring Data Control rules as part of the Application Control policy</a:t>
                      </a:r>
                    </a:p>
                  </a:txBody>
                  <a:tcPr marL="19171" marR="19171" marT="9586" marB="9586" anchor="ctr"/>
                </a:tc>
                <a:extLst>
                  <a:ext uri="{0D108BD9-81ED-4DB2-BD59-A6C34878D82A}">
                    <a16:rowId xmlns:a16="http://schemas.microsoft.com/office/drawing/2014/main" val="968134073"/>
                  </a:ext>
                </a:extLst>
              </a:tr>
              <a:tr h="478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effectLst/>
                        </a:rPr>
                        <a:t>5 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 dirty="0">
                          <a:effectLst/>
                        </a:rPr>
                        <a:t>Visibility into corporate data stored in the cloud</a:t>
                      </a:r>
                      <a:endParaRPr lang="en-GB" sz="900" dirty="0">
                        <a:effectLst/>
                      </a:endParaRP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>
                          <a:effectLst/>
                        </a:rPr>
                        <a:t>Getting a clear understanding on where corporate data is stored across various cloud applications.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900" dirty="0">
                          <a:effectLst/>
                        </a:rPr>
                        <a:t>CASB licence. Sanctioned Apps Category and Application Control Policy. For Out of band use the integrations with SaaS applications.</a:t>
                      </a:r>
                    </a:p>
                    <a:p>
                      <a:pPr>
                        <a:buNone/>
                      </a:pPr>
                      <a:endParaRPr lang="en-GB" sz="900" dirty="0">
                        <a:effectLst/>
                      </a:endParaRPr>
                    </a:p>
                  </a:txBody>
                  <a:tcPr marL="19171" marR="19171" marT="9586" marB="9586" anchor="ctr"/>
                </a:tc>
                <a:extLst>
                  <a:ext uri="{0D108BD9-81ED-4DB2-BD59-A6C34878D82A}">
                    <a16:rowId xmlns:a16="http://schemas.microsoft.com/office/drawing/2014/main" val="3448578690"/>
                  </a:ext>
                </a:extLst>
              </a:tr>
              <a:tr h="478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effectLst/>
                        </a:rPr>
                        <a:t>6 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b="1" dirty="0">
                          <a:effectLst/>
                        </a:rPr>
                        <a:t>Threat Protection for Cloud Threats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>
                          <a:effectLst/>
                        </a:rPr>
                        <a:t>Malware or ransomware related attack threats to data stored in the cloud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>
                          <a:effectLst/>
                        </a:rPr>
                        <a:t>IPS license. IPS protection policies. Custom apps category for high-risk apps and policy enforcement using the internet firewall</a:t>
                      </a:r>
                    </a:p>
                  </a:txBody>
                  <a:tcPr marL="19171" marR="19171" marT="9586" marB="9586" anchor="ctr"/>
                </a:tc>
                <a:extLst>
                  <a:ext uri="{0D108BD9-81ED-4DB2-BD59-A6C34878D82A}">
                    <a16:rowId xmlns:a16="http://schemas.microsoft.com/office/drawing/2014/main" val="2284619207"/>
                  </a:ext>
                </a:extLst>
              </a:tr>
              <a:tr h="337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 dirty="0">
                          <a:effectLst/>
                        </a:rPr>
                        <a:t>7 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900" b="1" dirty="0">
                        <a:effectLst/>
                      </a:endParaRP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900" dirty="0">
                        <a:effectLst/>
                      </a:endParaRP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900">
                        <a:effectLst/>
                      </a:endParaRPr>
                    </a:p>
                  </a:txBody>
                  <a:tcPr marL="19171" marR="19171" marT="9586" marB="9586" anchor="ctr"/>
                </a:tc>
                <a:extLst>
                  <a:ext uri="{0D108BD9-81ED-4DB2-BD59-A6C34878D82A}">
                    <a16:rowId xmlns:a16="http://schemas.microsoft.com/office/drawing/2014/main" val="202501500"/>
                  </a:ext>
                </a:extLst>
              </a:tr>
              <a:tr h="478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effectLst/>
                        </a:rPr>
                        <a:t>8 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900">
                        <a:effectLst/>
                      </a:endParaRP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900" dirty="0">
                        <a:effectLst/>
                      </a:endParaRP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900" dirty="0">
                        <a:effectLst/>
                      </a:endParaRPr>
                    </a:p>
                  </a:txBody>
                  <a:tcPr marL="19171" marR="19171" marT="9586" marB="9586" anchor="ctr"/>
                </a:tc>
                <a:extLst>
                  <a:ext uri="{0D108BD9-81ED-4DB2-BD59-A6C34878D82A}">
                    <a16:rowId xmlns:a16="http://schemas.microsoft.com/office/drawing/2014/main" val="125964897"/>
                  </a:ext>
                </a:extLst>
              </a:tr>
              <a:tr h="337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effectLst/>
                        </a:rPr>
                        <a:t>9 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900">
                        <a:effectLst/>
                      </a:endParaRP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900">
                        <a:effectLst/>
                      </a:endParaRP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900" dirty="0">
                        <a:effectLst/>
                      </a:endParaRPr>
                    </a:p>
                  </a:txBody>
                  <a:tcPr marL="19171" marR="19171" marT="9586" marB="9586" anchor="ctr"/>
                </a:tc>
                <a:extLst>
                  <a:ext uri="{0D108BD9-81ED-4DB2-BD59-A6C34878D82A}">
                    <a16:rowId xmlns:a16="http://schemas.microsoft.com/office/drawing/2014/main" val="242620591"/>
                  </a:ext>
                </a:extLst>
              </a:tr>
              <a:tr h="337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effectLst/>
                        </a:rPr>
                        <a:t>10 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900">
                        <a:effectLst/>
                      </a:endParaRP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900">
                        <a:effectLst/>
                      </a:endParaRP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900" dirty="0">
                        <a:effectLst/>
                      </a:endParaRPr>
                    </a:p>
                  </a:txBody>
                  <a:tcPr marL="19171" marR="19171" marT="9586" marB="9586" anchor="ctr"/>
                </a:tc>
                <a:extLst>
                  <a:ext uri="{0D108BD9-81ED-4DB2-BD59-A6C34878D82A}">
                    <a16:rowId xmlns:a16="http://schemas.microsoft.com/office/drawing/2014/main" val="884277820"/>
                  </a:ext>
                </a:extLst>
              </a:tr>
              <a:tr h="3370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effectLst/>
                        </a:rPr>
                        <a:t>11 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900" dirty="0">
                        <a:effectLst/>
                      </a:endParaRP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900">
                        <a:effectLst/>
                      </a:endParaRP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900" dirty="0">
                        <a:effectLst/>
                      </a:endParaRPr>
                    </a:p>
                  </a:txBody>
                  <a:tcPr marL="19171" marR="19171" marT="9586" marB="9586" anchor="ctr"/>
                </a:tc>
                <a:extLst>
                  <a:ext uri="{0D108BD9-81ED-4DB2-BD59-A6C34878D82A}">
                    <a16:rowId xmlns:a16="http://schemas.microsoft.com/office/drawing/2014/main" val="1637602537"/>
                  </a:ext>
                </a:extLst>
              </a:tr>
              <a:tr h="478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900">
                          <a:effectLst/>
                        </a:rPr>
                        <a:t>12 </a:t>
                      </a: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900">
                        <a:effectLst/>
                      </a:endParaRP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900">
                        <a:effectLst/>
                      </a:endParaRPr>
                    </a:p>
                  </a:txBody>
                  <a:tcPr marL="19171" marR="19171" marT="9586" marB="958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GB" sz="900" dirty="0">
                        <a:effectLst/>
                      </a:endParaRPr>
                    </a:p>
                  </a:txBody>
                  <a:tcPr marL="19171" marR="19171" marT="9586" marB="9586" anchor="ctr"/>
                </a:tc>
                <a:extLst>
                  <a:ext uri="{0D108BD9-81ED-4DB2-BD59-A6C34878D82A}">
                    <a16:rowId xmlns:a16="http://schemas.microsoft.com/office/drawing/2014/main" val="16678105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923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19B7FDB-60B9-4F88-864C-781524C2E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Additional Resources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23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ato 2019">
      <a:dk1>
        <a:srgbClr val="222C33"/>
      </a:dk1>
      <a:lt1>
        <a:srgbClr val="FFFFFF"/>
      </a:lt1>
      <a:dk2>
        <a:srgbClr val="222222"/>
      </a:dk2>
      <a:lt2>
        <a:srgbClr val="FAFAFA"/>
      </a:lt2>
      <a:accent1>
        <a:srgbClr val="158864"/>
      </a:accent1>
      <a:accent2>
        <a:srgbClr val="127958"/>
      </a:accent2>
      <a:accent3>
        <a:srgbClr val="0C513B"/>
      </a:accent3>
      <a:accent4>
        <a:srgbClr val="FF715B"/>
      </a:accent4>
      <a:accent5>
        <a:srgbClr val="FDCA0B"/>
      </a:accent5>
      <a:accent6>
        <a:srgbClr val="FAA934"/>
      </a:accent6>
      <a:hlink>
        <a:srgbClr val="0277BD"/>
      </a:hlink>
      <a:folHlink>
        <a:srgbClr val="03A9F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2022" id="{F9EB428B-4581-1D42-AAAA-FFA5433C2A38}" vid="{2FF5C0F4-BC39-8F46-B57C-84FCE33AC53D}"/>
    </a:ext>
  </a:extLst>
</a:theme>
</file>

<file path=ppt/theme/theme2.xml><?xml version="1.0" encoding="utf-8"?>
<a:theme xmlns:a="http://schemas.openxmlformats.org/drawingml/2006/main" name="PPT TEMPLATE 2022 04">
  <a:themeElements>
    <a:clrScheme name="cato 2019">
      <a:dk1>
        <a:srgbClr val="222C33"/>
      </a:dk1>
      <a:lt1>
        <a:srgbClr val="FFFFFF"/>
      </a:lt1>
      <a:dk2>
        <a:srgbClr val="222222"/>
      </a:dk2>
      <a:lt2>
        <a:srgbClr val="FAFAFA"/>
      </a:lt2>
      <a:accent1>
        <a:srgbClr val="158864"/>
      </a:accent1>
      <a:accent2>
        <a:srgbClr val="127958"/>
      </a:accent2>
      <a:accent3>
        <a:srgbClr val="0C513B"/>
      </a:accent3>
      <a:accent4>
        <a:srgbClr val="FF715B"/>
      </a:accent4>
      <a:accent5>
        <a:srgbClr val="FDCA0B"/>
      </a:accent5>
      <a:accent6>
        <a:srgbClr val="FAA934"/>
      </a:accent6>
      <a:hlink>
        <a:srgbClr val="0277BD"/>
      </a:hlink>
      <a:folHlink>
        <a:srgbClr val="03A9F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2022 04.potx" id="{9CD7B0D1-D289-43E8-8B8B-7EAA4D834AAB}" vid="{4F81D770-173F-4D4F-B64E-BCC448EC36C8}"/>
    </a:ext>
  </a:extLst>
</a:theme>
</file>

<file path=ppt/theme/theme3.xml><?xml version="1.0" encoding="utf-8"?>
<a:theme xmlns:a="http://schemas.openxmlformats.org/drawingml/2006/main" name="1_PPT TEMPLATE 2022 04">
  <a:themeElements>
    <a:clrScheme name="cato 2019">
      <a:dk1>
        <a:srgbClr val="222C33"/>
      </a:dk1>
      <a:lt1>
        <a:srgbClr val="FFFFFF"/>
      </a:lt1>
      <a:dk2>
        <a:srgbClr val="222222"/>
      </a:dk2>
      <a:lt2>
        <a:srgbClr val="FAFAFA"/>
      </a:lt2>
      <a:accent1>
        <a:srgbClr val="158864"/>
      </a:accent1>
      <a:accent2>
        <a:srgbClr val="127958"/>
      </a:accent2>
      <a:accent3>
        <a:srgbClr val="0C513B"/>
      </a:accent3>
      <a:accent4>
        <a:srgbClr val="FF715B"/>
      </a:accent4>
      <a:accent5>
        <a:srgbClr val="FDCA0B"/>
      </a:accent5>
      <a:accent6>
        <a:srgbClr val="FAA934"/>
      </a:accent6>
      <a:hlink>
        <a:srgbClr val="0277BD"/>
      </a:hlink>
      <a:folHlink>
        <a:srgbClr val="03A9F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 2022 04.potx" id="{9CD7B0D1-D289-43E8-8B8B-7EAA4D834AAB}" vid="{4F81D770-173F-4D4F-B64E-BCC448EC36C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72A94E03C407419BC564D94F1A306B" ma:contentTypeVersion="22" ma:contentTypeDescription="Create a new document." ma:contentTypeScope="" ma:versionID="2a5be53b095fe5f2c3f270eac2e82b16">
  <xsd:schema xmlns:xsd="http://www.w3.org/2001/XMLSchema" xmlns:xs="http://www.w3.org/2001/XMLSchema" xmlns:p="http://schemas.microsoft.com/office/2006/metadata/properties" xmlns:ns2="59af04aa-14d6-4764-88c2-31407ba52b8d" xmlns:ns3="d5da3514-3b6b-4ccd-bd93-9b0746cba409" targetNamespace="http://schemas.microsoft.com/office/2006/metadata/properties" ma:root="true" ma:fieldsID="1573f9c29841bbcb0b7ecf2d122902d7" ns2:_="" ns3:_="">
    <xsd:import namespace="59af04aa-14d6-4764-88c2-31407ba52b8d"/>
    <xsd:import namespace="d5da3514-3b6b-4ccd-bd93-9b0746cba4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  <xsd:element ref="ns2:_Flow_SignoffStatus" minOccurs="0"/>
                <xsd:element ref="ns2:MediaServiceBillingMetadata" minOccurs="0"/>
                <xsd:element ref="ns2:MediaServiceLocation" minOccurs="0"/>
                <xsd:element ref="ns2:Full_x0020_Name" minOccurs="0"/>
                <xsd:element ref="ns2:Manager_x0020_Na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af04aa-14d6-4764-88c2-31407ba52b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b4fd814-cd30-4341-b83e-5a3d1412f9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4" nillable="true" ma:displayName="Sign-off status" ma:internalName="Sign_x002d_off_x0020_status">
      <xsd:simpleType>
        <xsd:restriction base="dms:Text">
          <xsd:maxLength value="255"/>
        </xsd:restriction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Full_x0020_Name" ma:index="27" nillable="true" ma:displayName="Full Name" ma:internalName="Full_x0020_Name">
      <xsd:simpleType>
        <xsd:restriction base="dms:Text">
          <xsd:maxLength value="255"/>
        </xsd:restriction>
      </xsd:simpleType>
    </xsd:element>
    <xsd:element name="Manager_x0020_Name" ma:index="28" nillable="true" ma:displayName="Manager Name" ma:internalName="Manager_x0020_Nam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da3514-3b6b-4ccd-bd93-9b0746cba40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df6969e-8904-444d-9e9f-a1179b64f1ca}" ma:internalName="TaxCatchAll" ma:showField="CatchAllData" ma:web="d5da3514-3b6b-4ccd-bd93-9b0746cba4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59af04aa-14d6-4764-88c2-31407ba52b8d" xsi:nil="true"/>
    <lcf76f155ced4ddcb4097134ff3c332f xmlns="59af04aa-14d6-4764-88c2-31407ba52b8d">
      <Terms xmlns="http://schemas.microsoft.com/office/infopath/2007/PartnerControls"/>
    </lcf76f155ced4ddcb4097134ff3c332f>
    <TaxCatchAll xmlns="d5da3514-3b6b-4ccd-bd93-9b0746cba409" xsi:nil="true"/>
    <Manager_x0020_Name xmlns="59af04aa-14d6-4764-88c2-31407ba52b8d" xsi:nil="true"/>
    <Full_x0020_Name xmlns="59af04aa-14d6-4764-88c2-31407ba52b8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C824C2-1885-4203-8A8B-DDCDEF6D55B2}"/>
</file>

<file path=customXml/itemProps2.xml><?xml version="1.0" encoding="utf-8"?>
<ds:datastoreItem xmlns:ds="http://schemas.openxmlformats.org/officeDocument/2006/customXml" ds:itemID="{748E23FD-1D3C-4B77-BD11-3F1EF586A9C7}">
  <ds:schemaRefs>
    <ds:schemaRef ds:uri="http://www.w3.org/XML/1998/namespace"/>
    <ds:schemaRef ds:uri="http://purl.org/dc/terms/"/>
    <ds:schemaRef ds:uri="http://purl.org/dc/elements/1.1/"/>
    <ds:schemaRef ds:uri="http://schemas.microsoft.com/office/2006/documentManagement/types"/>
    <ds:schemaRef ds:uri="d5da3514-3b6b-4ccd-bd93-9b0746cba409"/>
    <ds:schemaRef ds:uri="http://schemas.microsoft.com/office/2006/metadata/properties"/>
    <ds:schemaRef ds:uri="59af04aa-14d6-4764-88c2-31407ba52b8d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A00B76D7-C0C3-42FF-97C1-EF20CF65F79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</TotalTime>
  <Words>438</Words>
  <Application>Microsoft Macintosh PowerPoint</Application>
  <PresentationFormat>Widescreen</PresentationFormat>
  <Paragraphs>80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6</vt:i4>
      </vt:variant>
    </vt:vector>
  </HeadingPairs>
  <TitlesOfParts>
    <vt:vector size="19" baseType="lpstr">
      <vt:lpstr>Aptos</vt:lpstr>
      <vt:lpstr>Archivo</vt:lpstr>
      <vt:lpstr>Arial</vt:lpstr>
      <vt:lpstr>Calibri</vt:lpstr>
      <vt:lpstr>Kalinga</vt:lpstr>
      <vt:lpstr>Poppins</vt:lpstr>
      <vt:lpstr>Poppins Light</vt:lpstr>
      <vt:lpstr>Poppins Medium</vt:lpstr>
      <vt:lpstr>Verdana</vt:lpstr>
      <vt:lpstr>Wingdings</vt:lpstr>
      <vt:lpstr>Office Theme</vt:lpstr>
      <vt:lpstr>PPT TEMPLATE 2022 04</vt:lpstr>
      <vt:lpstr>1_PPT TEMPLATE 2022 04</vt:lpstr>
      <vt:lpstr>PowerPoint Presentation</vt:lpstr>
      <vt:lpstr>Data Security</vt:lpstr>
      <vt:lpstr>Data Security</vt:lpstr>
      <vt:lpstr>PowerPoint Presentation</vt:lpstr>
      <vt:lpstr>Data Security Use Cases &amp; Solutions</vt:lpstr>
      <vt:lpstr>Additional 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Huggins</dc:creator>
  <cp:lastModifiedBy>Aaron Huggins</cp:lastModifiedBy>
  <cp:revision>18</cp:revision>
  <dcterms:created xsi:type="dcterms:W3CDTF">2025-06-09T20:31:05Z</dcterms:created>
  <dcterms:modified xsi:type="dcterms:W3CDTF">2025-12-02T15:06:59Z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0x0101009372A94E03C407419BC564D94F1A306B</vt:lpwstr>
  </property>
  <property fmtid="{D5CDD505-2E9C-101B-9397-08002B2CF9AE}" pid="3" name="MediaServiceImageTags">
    <vt:lpwstr/>
  </property>
</Properties>
</file>