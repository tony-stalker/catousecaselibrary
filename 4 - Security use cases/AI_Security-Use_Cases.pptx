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2" r:id="rId5"/>
    <p:sldMasterId id="2147483699" r:id="rId6"/>
  </p:sldMasterIdLst>
  <p:notesMasterIdLst>
    <p:notesMasterId r:id="rId10"/>
  </p:notesMasterIdLst>
  <p:sldIdLst>
    <p:sldId id="292" r:id="rId7"/>
    <p:sldId id="214747246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FFF"/>
    <a:srgbClr val="D9FA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D90A9-10B8-6AAA-FDE1-2913EA515381}" v="148" dt="2026-03-13T09:17:37.656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055" autoAdjust="0"/>
  </p:normalViewPr>
  <p:slideViewPr>
    <p:cSldViewPr snapToGrid="0">
      <p:cViewPr>
        <p:scale>
          <a:sx n="120" d="100"/>
          <a:sy n="120" d="100"/>
        </p:scale>
        <p:origin x="448" y="-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tal Patel" userId="S::seetal.patel@catonetworks.com::451c1da3-96ce-428c-a528-e49eed0b5649" providerId="AD" clId="Web-{2FAD90A9-10B8-6AAA-FDE1-2913EA515381}"/>
    <pc:docChg chg="addSld delSld modSld">
      <pc:chgData name="Seetal Patel" userId="S::seetal.patel@catonetworks.com::451c1da3-96ce-428c-a528-e49eed0b5649" providerId="AD" clId="Web-{2FAD90A9-10B8-6AAA-FDE1-2913EA515381}" dt="2026-03-13T09:17:36.578" v="74" actId="20577"/>
      <pc:docMkLst>
        <pc:docMk/>
      </pc:docMkLst>
      <pc:sldChg chg="addSp modSp">
        <pc:chgData name="Seetal Patel" userId="S::seetal.patel@catonetworks.com::451c1da3-96ce-428c-a528-e49eed0b5649" providerId="AD" clId="Web-{2FAD90A9-10B8-6AAA-FDE1-2913EA515381}" dt="2026-03-13T09:17:36.578" v="74" actId="20577"/>
        <pc:sldMkLst>
          <pc:docMk/>
          <pc:sldMk cId="3354209346" sldId="292"/>
        </pc:sldMkLst>
        <pc:spChg chg="add mod">
          <ac:chgData name="Seetal Patel" userId="S::seetal.patel@catonetworks.com::451c1da3-96ce-428c-a528-e49eed0b5649" providerId="AD" clId="Web-{2FAD90A9-10B8-6AAA-FDE1-2913EA515381}" dt="2026-03-13T09:17:36.578" v="74" actId="20577"/>
          <ac:spMkLst>
            <pc:docMk/>
            <pc:sldMk cId="3354209346" sldId="292"/>
            <ac:spMk id="4" creationId="{134BC435-4701-7834-26A7-61834D00F1B4}"/>
          </ac:spMkLst>
        </pc:spChg>
        <pc:spChg chg="mod">
          <ac:chgData name="Seetal Patel" userId="S::seetal.patel@catonetworks.com::451c1da3-96ce-428c-a528-e49eed0b5649" providerId="AD" clId="Web-{2FAD90A9-10B8-6AAA-FDE1-2913EA515381}" dt="2026-03-13T09:14:35.611" v="0" actId="20577"/>
          <ac:spMkLst>
            <pc:docMk/>
            <pc:sldMk cId="3354209346" sldId="292"/>
            <ac:spMk id="10" creationId="{85EFE35E-18A8-EEA8-8812-2E9AE553E1C0}"/>
          </ac:spMkLst>
        </pc:spChg>
      </pc:sldChg>
      <pc:sldChg chg="del">
        <pc:chgData name="Seetal Patel" userId="S::seetal.patel@catonetworks.com::451c1da3-96ce-428c-a528-e49eed0b5649" providerId="AD" clId="Web-{2FAD90A9-10B8-6AAA-FDE1-2913EA515381}" dt="2026-03-13T09:16:18.714" v="3"/>
        <pc:sldMkLst>
          <pc:docMk/>
          <pc:sldMk cId="2406887431" sldId="2147471760"/>
        </pc:sldMkLst>
      </pc:sldChg>
      <pc:sldChg chg="del">
        <pc:chgData name="Seetal Patel" userId="S::seetal.patel@catonetworks.com::451c1da3-96ce-428c-a528-e49eed0b5649" providerId="AD" clId="Web-{2FAD90A9-10B8-6AAA-FDE1-2913EA515381}" dt="2026-03-13T09:16:18.714" v="5"/>
        <pc:sldMkLst>
          <pc:docMk/>
          <pc:sldMk cId="2100258810" sldId="2147471934"/>
        </pc:sldMkLst>
      </pc:sldChg>
      <pc:sldChg chg="del">
        <pc:chgData name="Seetal Patel" userId="S::seetal.patel@catonetworks.com::451c1da3-96ce-428c-a528-e49eed0b5649" providerId="AD" clId="Web-{2FAD90A9-10B8-6AAA-FDE1-2913EA515381}" dt="2026-03-13T09:16:18.698" v="2"/>
        <pc:sldMkLst>
          <pc:docMk/>
          <pc:sldMk cId="1596923108" sldId="2147471936"/>
        </pc:sldMkLst>
      </pc:sldChg>
      <pc:sldChg chg="del">
        <pc:chgData name="Seetal Patel" userId="S::seetal.patel@catonetworks.com::451c1da3-96ce-428c-a528-e49eed0b5649" providerId="AD" clId="Web-{2FAD90A9-10B8-6AAA-FDE1-2913EA515381}" dt="2026-03-13T09:16:18.714" v="4"/>
        <pc:sldMkLst>
          <pc:docMk/>
          <pc:sldMk cId="3489339266" sldId="2147471938"/>
        </pc:sldMkLst>
      </pc:sldChg>
      <pc:sldChg chg="add">
        <pc:chgData name="Seetal Patel" userId="S::seetal.patel@catonetworks.com::451c1da3-96ce-428c-a528-e49eed0b5649" providerId="AD" clId="Web-{2FAD90A9-10B8-6AAA-FDE1-2913EA515381}" dt="2026-03-13T09:16:05.744" v="1"/>
        <pc:sldMkLst>
          <pc:docMk/>
          <pc:sldMk cId="2339038177" sldId="21474724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CB17-974E-494A-9109-E30C7318F43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F026F-5CEC-4793-872F-B7F99F4A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5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C73CCCE-F0E5-FB45-A2C2-83BB2548603C}" type="slidenum">
              <a:rPr lang="en-IL" smtClean="0"/>
              <a:pPr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2798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7FF5-FC80-3FC9-1494-24CB1ED8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C650C-C132-714B-DEC7-9C94966EA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8CA45-4CDF-F3FA-0B80-4BF87C3B7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4C46B-0274-9DA1-C869-6BB582A9B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EA1724-288B-AC47-8DB9-9CB95138DB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60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emf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emf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29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emf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emf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0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29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0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9.png"/><Relationship Id="rId5" Type="http://schemas.openxmlformats.org/officeDocument/2006/relationships/image" Target="../media/image42.png"/><Relationship Id="rId4" Type="http://schemas.microsoft.com/office/2007/relationships/hdphoto" Target="../media/hdphoto2.wdp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emf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emf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Layouts/_rels/slideLayout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microsoft.com/office/2007/relationships/hdphoto" Target="../media/hdphoto2.wdp"/><Relationship Id="rId7" Type="http://schemas.openxmlformats.org/officeDocument/2006/relationships/hyperlink" Target="https://www.linkedin.com/company/cato-networks/" TargetMode="External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9.emf"/><Relationship Id="rId5" Type="http://schemas.openxmlformats.org/officeDocument/2006/relationships/hyperlink" Target="https://www.facebook.com/CatoNetworks/" TargetMode="External"/><Relationship Id="rId10" Type="http://schemas.openxmlformats.org/officeDocument/2006/relationships/image" Target="../media/image31.emf"/><Relationship Id="rId4" Type="http://schemas.openxmlformats.org/officeDocument/2006/relationships/image" Target="../media/image28.png"/><Relationship Id="rId9" Type="http://schemas.openxmlformats.org/officeDocument/2006/relationships/hyperlink" Target="https://twitter.com/CatoNetworks" TargetMode="Externa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1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7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20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9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 userDrawn="1"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 userDrawn="1"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 userDrawn="1"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 userDrawn="1"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 userDrawn="1"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 userDrawn="1"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 userDrawn="1"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 userDrawn="1"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 userDrawn="1"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 userDrawn="1"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27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920" y="1753277"/>
            <a:ext cx="7331806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675" y="2349459"/>
            <a:ext cx="7334250" cy="3535383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 userDrawn="1"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179165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5631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1C6ACD-09BF-4D7E-93A7-862E5624E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3192" y="4882626"/>
            <a:ext cx="2874963" cy="744538"/>
          </a:xfrm>
        </p:spPr>
        <p:txBody>
          <a:bodyPr wrap="none" lIns="18288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28600" indent="-228600"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009F828-EE19-42E1-B484-3708F7D94F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3638" y="4873265"/>
            <a:ext cx="885825" cy="88582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8863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56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133543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039311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F7789D-E8BD-4CF7-A207-912659CF34F6}"/>
              </a:ext>
            </a:extLst>
          </p:cNvPr>
          <p:cNvSpPr/>
          <p:nvPr userDrawn="1"/>
        </p:nvSpPr>
        <p:spPr>
          <a:xfrm>
            <a:off x="0" y="3995235"/>
            <a:ext cx="12192000" cy="2862765"/>
          </a:xfrm>
          <a:prstGeom prst="rect">
            <a:avLst/>
          </a:prstGeom>
          <a:pattFill prst="dk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9525">
            <a:noFill/>
            <a:prstDash val="solid"/>
          </a:ln>
          <a:effectLst>
            <a:outerShdw blurRad="50800" dist="38100" dir="10800000" algn="r" rotWithShape="0">
              <a:prstClr val="black">
                <a:alpha val="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66D599-2EA4-4A12-A90A-522A9CC653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71301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550A67-D9AE-4974-AEB7-301E8EFEB8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434937"/>
            <a:ext cx="7924987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154499"/>
            <a:ext cx="7924987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1400" smtClean="0">
                <a:solidFill>
                  <a:schemeClr val="bg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5DB6-AEB8-A74A-9CF5-A587BCDDDD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01983" y="1957387"/>
            <a:ext cx="9566017" cy="3471863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0"/>
              </a:spcBef>
              <a:spcAft>
                <a:spcPts val="2400"/>
              </a:spcAft>
              <a:buClr>
                <a:schemeClr val="accent5"/>
              </a:buClr>
              <a:buFont typeface="Calibri" panose="020F0502020204030204" pitchFamily="34" charset="0"/>
              <a:buChar char="/"/>
              <a:defRPr sz="2000">
                <a:solidFill>
                  <a:schemeClr val="bg1"/>
                </a:solidFill>
              </a:defRPr>
            </a:lvl1pPr>
            <a:lvl2pPr>
              <a:defRPr sz="1800"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493AEE29-4948-4B43-9A69-90EFDC9A9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4ED31C-9D4A-4D8C-B04C-7AF722D583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992DE7-1412-42FF-A6E7-6DDEAAF8C8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647" y="384099"/>
            <a:ext cx="2947135" cy="50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5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59DFDA-B76E-464F-AAF0-990762382727}"/>
              </a:ext>
            </a:extLst>
          </p:cNvPr>
          <p:cNvSpPr/>
          <p:nvPr userDrawn="1"/>
        </p:nvSpPr>
        <p:spPr>
          <a:xfrm>
            <a:off x="0" y="2924223"/>
            <a:ext cx="12192000" cy="3933777"/>
          </a:xfrm>
          <a:prstGeom prst="rect">
            <a:avLst/>
          </a:prstGeom>
          <a:pattFill prst="dk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9525">
            <a:noFill/>
            <a:prstDash val="solid"/>
          </a:ln>
          <a:effectLst>
            <a:outerShdw blurRad="50800" dist="38100" dir="10800000" algn="r" rotWithShape="0">
              <a:prstClr val="black">
                <a:alpha val="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F8A675-5F69-4B0C-9F15-3B1C81429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16509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B3B5C1-B65E-459F-8DE4-A1CCBCEB5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112773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188832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73242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81553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784553860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184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55AE33-E37F-4E53-8A42-3D9B6EB2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08" y="186990"/>
            <a:ext cx="9650128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3DD027E-1F09-4A5D-8937-B89687FF93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2010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318046-5ACC-4F8C-97CB-B5D7F573B5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7047B4-198F-4473-ACCE-EADC2BF840EE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E4C33CBF-C26E-9C4E-87E7-DFFCF1B10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069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5DB6-AEB8-A74A-9CF5-A587BCDDDD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" y="1165225"/>
            <a:ext cx="11026775" cy="5091113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493AEE29-4948-4B43-9A69-90EFDC9A9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611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CDD38-E635-4C1F-B582-32F628AE0B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102887"/>
            <a:ext cx="12192000" cy="2755113"/>
          </a:xfrm>
          <a:prstGeom prst="rect">
            <a:avLst/>
          </a:prstGeom>
          <a:pattFill prst="ltDnDiag">
            <a:fgClr>
              <a:schemeClr val="bg1"/>
            </a:fgClr>
            <a:bgClr>
              <a:srgbClr val="FAFAFA"/>
            </a:bgClr>
          </a:pattFill>
          <a:effectLst/>
        </p:spPr>
        <p:txBody>
          <a:bodyPr wrap="square" lIns="0" tIns="731520" rIns="0" bIns="1645920" anchor="t" anchorCtr="0">
            <a:spAutoFit/>
          </a:bodyPr>
          <a:lstStyle>
            <a:lvl1pPr>
              <a:def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marR="0" lvl="0" indent="0" algn="ctr" defTabSz="914377" fontAlgn="auto">
              <a:lnSpc>
                <a:spcPts val="27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231775" algn="l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DC74B-298C-4C00-B280-1F888A4DBE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725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474D2C-636C-4B7A-8516-5FF9BA7A4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DAA727-B620-4FB8-ACE2-13B7096987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1165" y="2237336"/>
            <a:ext cx="1925050" cy="799077"/>
          </a:xfrm>
          <a:prstGeom prst="rect">
            <a:avLst/>
          </a:prstGeom>
        </p:spPr>
      </p:pic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A51F82A-C493-AE45-8C39-BB0EA0A704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94314" y="4253028"/>
            <a:ext cx="5356522" cy="31299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04A22A53-FC02-554F-BF0B-037C3AA762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94314" y="4566024"/>
            <a:ext cx="5356522" cy="31299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9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AA02460A-E555-5A4B-90D9-A3F1BD5D6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246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l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7" y="186991"/>
            <a:ext cx="11245947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8"/>
            <a:ext cx="9063039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44" indent="-285744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54" latinLnBrk="0"/>
            <a:r>
              <a:rPr lang="en-US"/>
              <a:t>Click to edit Master text styles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D90C3E-6227-4944-868A-EB9526CF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4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274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7A937F7-52E3-43B7-915D-52084F59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0"/>
            <a:ext cx="12187065" cy="6858000"/>
          </a:xfrm>
          <a:prstGeom prst="rect">
            <a:avLst/>
          </a:prstGeom>
        </p:spPr>
      </p:pic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CE2BC32-FCF6-425A-BD47-556C3C40B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760" y="1785980"/>
            <a:ext cx="7731938" cy="110523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440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C9E4533-1E93-482A-802D-5480BCE416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761" y="2647676"/>
            <a:ext cx="5356522" cy="110523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200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EB3F6468-49BB-483D-B488-70AFF33D87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84877" y="4578077"/>
            <a:ext cx="5356522" cy="312996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2000">
                <a:solidFill>
                  <a:srgbClr val="D9D9D9"/>
                </a:solidFill>
              </a:defRPr>
            </a:lvl1pPr>
          </a:lstStyle>
          <a:p>
            <a:pPr marL="228600" lvl="0" indent="-228600"/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14155AC-D6BC-4D92-B098-B489EDDA81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4877" y="4891073"/>
            <a:ext cx="5356522" cy="312996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1400">
                <a:solidFill>
                  <a:srgbClr val="D9D9D9"/>
                </a:solidFill>
              </a:defRPr>
            </a:lvl1pPr>
          </a:lstStyle>
          <a:p>
            <a:pPr marL="228600" lvl="0" indent="-228600"/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ED16E2C-2B60-40B3-8BA3-1649346F29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65760"/>
            <a:ext cx="1465286" cy="73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89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D90C3E-6227-4944-868A-EB9526CF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41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ust ti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29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4C6F9D11-5032-004A-8800-EF38AE17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6005" y="6492875"/>
            <a:ext cx="539977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5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FA46B8-5C1B-1BFF-03D7-C8E869BCC67A}"/>
              </a:ext>
            </a:extLst>
          </p:cNvPr>
          <p:cNvSpPr/>
          <p:nvPr userDrawn="1"/>
        </p:nvSpPr>
        <p:spPr>
          <a:xfrm>
            <a:off x="0" y="1"/>
            <a:ext cx="12192000" cy="3998793"/>
          </a:xfrm>
          <a:prstGeom prst="rect">
            <a:avLst/>
          </a:prstGeom>
          <a:solidFill>
            <a:schemeClr val="tx1"/>
          </a:solidFill>
          <a:ln w="0"/>
          <a:effectLst>
            <a:outerShdw blurRad="215900" dist="50800" dir="540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A47E04-FD8A-054A-862B-2C2DD3EF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89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077322-21BD-9F4D-9657-A07645EA7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93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9EC1-DBD1-4F05-ACC4-BC5F8A77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138" y="1112225"/>
            <a:ext cx="10515600" cy="3776737"/>
          </a:xfrm>
          <a:prstGeom prst="rect">
            <a:avLst/>
          </a:prstGeom>
        </p:spPr>
        <p:txBody>
          <a:bodyPr lIns="0">
            <a:normAutofit/>
          </a:bodyPr>
          <a:lstStyle>
            <a:lvl1pPr marL="228600" indent="-228600">
              <a:buClr>
                <a:schemeClr val="tx1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2400" b="1">
                <a:latin typeface="+mn-lt"/>
              </a:defRPr>
            </a:lvl1pPr>
            <a:lvl2pPr marL="457200" indent="-223838">
              <a:buClr>
                <a:schemeClr val="tx1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690563" indent="-233363">
              <a:buClr>
                <a:schemeClr val="tx1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800">
                <a:latin typeface="+mn-lt"/>
              </a:defRPr>
            </a:lvl3pPr>
            <a:lvl4pPr marL="914400" indent="-223838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4pPr>
            <a:lvl5pPr marL="862013" indent="-234950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A47E04-FD8A-054A-862B-2C2DD3EF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89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32F1AE-B816-1147-9322-4D2C599000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5081FA9-CEF9-484D-BF4F-61FB1B107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60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1058-B675-437A-D4D1-ABDA5F65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99935-2F81-26CB-42CF-BC954904B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5DA4B-F336-9C75-5629-87FCDEA5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D1EF1-D92B-7D43-99F0-6F1B6A8F0CBC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86163-874D-732C-3AD2-356BF7D8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0477-056E-6781-4D1C-E54A7595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7EC6B-E247-C140-98C5-C57BB987B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165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gradFill>
          <a:gsLst>
            <a:gs pos="0">
              <a:schemeClr val="tx1"/>
            </a:gs>
            <a:gs pos="100000">
              <a:schemeClr val="accent1">
                <a:lumMod val="50000"/>
              </a:scheme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542BE6-878D-A8D9-05D2-C95BC2032B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049" r="17920" b="58407"/>
          <a:stretch/>
        </p:blipFill>
        <p:spPr>
          <a:xfrm rot="16200000">
            <a:off x="5220631" y="-113371"/>
            <a:ext cx="6858000" cy="7084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C455F6-296C-8F86-928A-C30150B840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4883" y="414847"/>
            <a:ext cx="1596837" cy="658436"/>
          </a:xfrm>
          <a:prstGeom prst="rect">
            <a:avLst/>
          </a:prstGeom>
        </p:spPr>
      </p:pic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E691F1C6-1A6D-7F63-AD85-1DB691ADC6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519" y="2186927"/>
            <a:ext cx="6696290" cy="189802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ts val="6900"/>
              </a:lnSpc>
              <a:buNone/>
              <a:defRPr sz="60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Dolor</a:t>
            </a:r>
            <a:endParaRPr lang="en-IL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F51F503-9C4B-915E-15DE-062B879C58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9519" y="4037386"/>
            <a:ext cx="6011103" cy="829394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6">
                    <a:lumMod val="60000"/>
                    <a:lumOff val="4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</a:t>
            </a:r>
            <a:endParaRPr lang="en-I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326635-6ACE-C40D-8CAE-C32BDE5023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1919" t="-1" r="17332" b="40593"/>
          <a:stretch/>
        </p:blipFill>
        <p:spPr>
          <a:xfrm rot="16200000">
            <a:off x="5471982" y="137979"/>
            <a:ext cx="6858006" cy="65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142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/>
            </a:lvl1pPr>
            <a:lvl2pPr>
              <a:buClr>
                <a:schemeClr val="tx1">
                  <a:lumMod val="50000"/>
                  <a:lumOff val="50000"/>
                </a:schemeClr>
              </a:buClr>
              <a:defRPr/>
            </a:lvl2pPr>
            <a:lvl3pPr>
              <a:buClr>
                <a:schemeClr val="tx1">
                  <a:lumMod val="50000"/>
                  <a:lumOff val="50000"/>
                </a:schemeClr>
              </a:buClr>
              <a:defRPr/>
            </a:lvl3pPr>
            <a:lvl4pPr>
              <a:buClr>
                <a:schemeClr val="tx1">
                  <a:lumMod val="50000"/>
                  <a:lumOff val="50000"/>
                </a:schemeClr>
              </a:buClr>
              <a:defRPr/>
            </a:lvl4pPr>
            <a:lvl5pPr>
              <a:buClr>
                <a:schemeClr val="tx1">
                  <a:lumMod val="50000"/>
                  <a:lumOff val="50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830376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71AE41-C413-EFC1-00A7-D0387B4D69D7}"/>
              </a:ext>
            </a:extLst>
          </p:cNvPr>
          <p:cNvSpPr/>
          <p:nvPr userDrawn="1"/>
        </p:nvSpPr>
        <p:spPr>
          <a:xfrm>
            <a:off x="-4283" y="3429000"/>
            <a:ext cx="12196283" cy="3429001"/>
          </a:xfrm>
          <a:prstGeom prst="rect">
            <a:avLst/>
          </a:prstGeom>
          <a:solidFill>
            <a:schemeClr val="tx1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5F7DE-7458-CA24-F2DA-39A0D343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C21D5-8E1F-56BD-0D74-5944892D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1CDE3-8BA7-7FBC-5177-EF147D40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7C6CF7-0663-7D62-4F10-7244832A49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D02413-6456-CB9F-4028-8B3DFE92D8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t="15624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</p:pic>
      <p:sp>
        <p:nvSpPr>
          <p:cNvPr id="15" name="Chord 14">
            <a:extLst>
              <a:ext uri="{FF2B5EF4-FFF2-40B4-BE49-F238E27FC236}">
                <a16:creationId xmlns:a16="http://schemas.microsoft.com/office/drawing/2014/main" id="{6B4496B5-2E78-1E32-89AF-25D87E4AB4AA}"/>
              </a:ext>
            </a:extLst>
          </p:cNvPr>
          <p:cNvSpPr/>
          <p:nvPr userDrawn="1"/>
        </p:nvSpPr>
        <p:spPr>
          <a:xfrm rot="10395880">
            <a:off x="1511378" y="5171382"/>
            <a:ext cx="9169245" cy="9169245"/>
          </a:xfrm>
          <a:prstGeom prst="chord">
            <a:avLst>
              <a:gd name="adj1" fmla="val 2700000"/>
              <a:gd name="adj2" fmla="val 8939481"/>
            </a:avLst>
          </a:prstGeom>
          <a:solidFill>
            <a:srgbClr val="0E1C1A"/>
          </a:solidFill>
          <a:ln>
            <a:noFill/>
          </a:ln>
          <a:effectLst>
            <a:outerShdw blurRad="1270000" dist="50800" dir="16560000" sx="98000" sy="98000" algn="ctr" rotWithShape="0">
              <a:schemeClr val="bg2">
                <a:alpha val="54844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0243225-AD2B-5A73-9DCC-745E6785F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1903" y="891508"/>
            <a:ext cx="8628196" cy="63058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5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8826E7AA-C394-F8AC-1497-92411EC11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81902" y="1911948"/>
            <a:ext cx="8628197" cy="2949697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5"/>
              </a:buBlip>
              <a:defRPr sz="16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lab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/>
          </a:p>
        </p:txBody>
      </p:sp>
      <p:sp>
        <p:nvSpPr>
          <p:cNvPr id="18" name="Date Placeholder 5">
            <a:extLst>
              <a:ext uri="{FF2B5EF4-FFF2-40B4-BE49-F238E27FC236}">
                <a16:creationId xmlns:a16="http://schemas.microsoft.com/office/drawing/2014/main" id="{5B2562CD-0D7F-8BD1-18E1-63AFCD8A88D2}"/>
              </a:ext>
            </a:extLst>
          </p:cNvPr>
          <p:cNvSpPr txBox="1">
            <a:spLocks/>
          </p:cNvSpPr>
          <p:nvPr userDrawn="1"/>
        </p:nvSpPr>
        <p:spPr>
          <a:xfrm>
            <a:off x="10137912" y="6356350"/>
            <a:ext cx="18519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/>
            <a:endParaRPr lang="en-IL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F621D61-F211-2467-CF4D-527411229DE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7324" y="6250260"/>
            <a:ext cx="943419" cy="38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619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17C8DDA-B338-E241-4D1B-3191E5DB42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531391">
            <a:off x="-10305681" y="-5753031"/>
            <a:ext cx="22508351" cy="13889124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09F4694-5E8D-2CAC-77CD-12E2F8F4D974}"/>
              </a:ext>
            </a:extLst>
          </p:cNvPr>
          <p:cNvSpPr/>
          <p:nvPr userDrawn="1"/>
        </p:nvSpPr>
        <p:spPr>
          <a:xfrm>
            <a:off x="1321593" y="2237873"/>
            <a:ext cx="9548813" cy="3188369"/>
          </a:xfrm>
          <a:prstGeom prst="roundRect">
            <a:avLst/>
          </a:prstGeom>
          <a:solidFill>
            <a:srgbClr val="38D9A7"/>
          </a:solidFill>
          <a:ln w="19050" cap="flat" cmpd="sng" algn="ctr">
            <a:noFill/>
            <a:prstDash val="solid"/>
            <a:miter lim="800000"/>
          </a:ln>
          <a:effectLst>
            <a:glow rad="835290">
              <a:srgbClr val="168763"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L" sz="1800" b="0" i="0" u="none" strike="noStrike" kern="0" cap="none" spc="0" normalizeH="0" baseline="0" noProof="0">
                <a:ln>
                  <a:noFill/>
                </a:ln>
                <a:solidFill>
                  <a:srgbClr val="F6F6F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FE08952-DB1E-04C8-525B-904AE20E2045}"/>
              </a:ext>
            </a:extLst>
          </p:cNvPr>
          <p:cNvSpPr/>
          <p:nvPr userDrawn="1"/>
        </p:nvSpPr>
        <p:spPr>
          <a:xfrm>
            <a:off x="1473993" y="2390273"/>
            <a:ext cx="9548813" cy="31883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glow rad="835290">
              <a:schemeClr val="bg2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71F3F73-E3FB-4207-168E-C336CF56FDA9}"/>
              </a:ext>
            </a:extLst>
          </p:cNvPr>
          <p:cNvSpPr/>
          <p:nvPr userDrawn="1"/>
        </p:nvSpPr>
        <p:spPr>
          <a:xfrm>
            <a:off x="991565" y="1908606"/>
            <a:ext cx="10513670" cy="3910263"/>
          </a:xfrm>
          <a:prstGeom prst="roundRect">
            <a:avLst>
              <a:gd name="adj" fmla="val 512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142E653C-0460-DD60-F190-52CC9E8B86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6628" y="795691"/>
            <a:ext cx="9698743" cy="82476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4500" b="1" i="0"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05D4388-5937-AD5A-B9BC-D85BC96B31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1243" y="2074045"/>
            <a:ext cx="9489512" cy="3340165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50000"/>
              </a:lnSpc>
              <a:buNone/>
              <a:defRPr sz="2400" b="0" i="0">
                <a:solidFill>
                  <a:schemeClr val="tx1">
                    <a:lumMod val="90000"/>
                    <a:lumOff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</a:t>
            </a:r>
            <a:r>
              <a:rPr lang="en-US" err="1"/>
              <a:t>doullamco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4451234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D796C9-3E73-8768-6B26-7E74833EE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31801" r="65049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AA76619-2A8A-652F-2159-81DE63330298}"/>
              </a:ext>
            </a:extLst>
          </p:cNvPr>
          <p:cNvSpPr/>
          <p:nvPr userDrawn="1"/>
        </p:nvSpPr>
        <p:spPr>
          <a:xfrm>
            <a:off x="848139" y="1848679"/>
            <a:ext cx="3140765" cy="4010254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406C58-786D-E317-EA91-C266825A8980}"/>
              </a:ext>
            </a:extLst>
          </p:cNvPr>
          <p:cNvSpPr/>
          <p:nvPr userDrawn="1"/>
        </p:nvSpPr>
        <p:spPr>
          <a:xfrm>
            <a:off x="4522830" y="1848679"/>
            <a:ext cx="3140765" cy="4010254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he-IL"/>
              <a:t>]</a:t>
            </a:r>
            <a:endParaRPr lang="en-IL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167677C-1E27-1074-4212-F32307EDE844}"/>
              </a:ext>
            </a:extLst>
          </p:cNvPr>
          <p:cNvSpPr/>
          <p:nvPr userDrawn="1"/>
        </p:nvSpPr>
        <p:spPr>
          <a:xfrm>
            <a:off x="8197521" y="1848679"/>
            <a:ext cx="3140765" cy="4010254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he-IL"/>
              <a:t>]</a:t>
            </a:r>
            <a:endParaRPr lang="en-IL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EA307E3-FA8E-EC6D-E4DE-82D84C3A05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2726" y="795691"/>
            <a:ext cx="9986548" cy="715058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4500" b="1" i="0">
                <a:solidFill>
                  <a:srgbClr val="158864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345775D-D0FC-6339-62D7-8113E79536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2307" y="6244849"/>
            <a:ext cx="955557" cy="397114"/>
          </a:xfrm>
          <a:prstGeom prst="rect">
            <a:avLst/>
          </a:prstGeom>
        </p:spPr>
      </p:pic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69385B5A-F39C-3565-E792-866D7A4D1A17}"/>
              </a:ext>
            </a:extLst>
          </p:cNvPr>
          <p:cNvSpPr txBox="1">
            <a:spLocks/>
          </p:cNvSpPr>
          <p:nvPr userDrawn="1"/>
        </p:nvSpPr>
        <p:spPr>
          <a:xfrm>
            <a:off x="9961097" y="6340166"/>
            <a:ext cx="1772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833130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D796C9-3E73-8768-6B26-7E74833EE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31801" r="65049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AA76619-2A8A-652F-2159-81DE63330298}"/>
              </a:ext>
            </a:extLst>
          </p:cNvPr>
          <p:cNvSpPr/>
          <p:nvPr userDrawn="1"/>
        </p:nvSpPr>
        <p:spPr>
          <a:xfrm>
            <a:off x="631436" y="2178445"/>
            <a:ext cx="2571484" cy="3283373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406C58-786D-E317-EA91-C266825A8980}"/>
              </a:ext>
            </a:extLst>
          </p:cNvPr>
          <p:cNvSpPr/>
          <p:nvPr userDrawn="1"/>
        </p:nvSpPr>
        <p:spPr>
          <a:xfrm>
            <a:off x="3426824" y="2173334"/>
            <a:ext cx="2571484" cy="3283373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he-IL"/>
              <a:t>]</a:t>
            </a:r>
            <a:endParaRPr lang="en-IL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167677C-1E27-1074-4212-F32307EDE844}"/>
              </a:ext>
            </a:extLst>
          </p:cNvPr>
          <p:cNvSpPr/>
          <p:nvPr userDrawn="1"/>
        </p:nvSpPr>
        <p:spPr>
          <a:xfrm>
            <a:off x="9017601" y="2178444"/>
            <a:ext cx="2571484" cy="3283373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he-IL"/>
              <a:t>]</a:t>
            </a:r>
            <a:endParaRPr lang="en-IL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EA307E3-FA8E-EC6D-E4DE-82D84C3A05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2726" y="795691"/>
            <a:ext cx="9986548" cy="715058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4500" b="1" i="0">
                <a:solidFill>
                  <a:srgbClr val="158864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345775D-D0FC-6339-62D7-8113E79536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2307" y="6244849"/>
            <a:ext cx="955557" cy="397114"/>
          </a:xfrm>
          <a:prstGeom prst="rect">
            <a:avLst/>
          </a:prstGeom>
        </p:spPr>
      </p:pic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69385B5A-F39C-3565-E792-866D7A4D1A17}"/>
              </a:ext>
            </a:extLst>
          </p:cNvPr>
          <p:cNvSpPr txBox="1">
            <a:spLocks/>
          </p:cNvSpPr>
          <p:nvPr userDrawn="1"/>
        </p:nvSpPr>
        <p:spPr>
          <a:xfrm>
            <a:off x="9922449" y="6356350"/>
            <a:ext cx="1772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67EF84-6C80-7680-47FF-6D884795C413}"/>
              </a:ext>
            </a:extLst>
          </p:cNvPr>
          <p:cNvSpPr/>
          <p:nvPr userDrawn="1"/>
        </p:nvSpPr>
        <p:spPr>
          <a:xfrm>
            <a:off x="6222212" y="2173334"/>
            <a:ext cx="2571484" cy="3283373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he-IL"/>
              <a:t>]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16791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B3B5C1-B65E-459F-8DE4-A1CCBCEB5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775625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331499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18353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214418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gradFill>
          <a:gsLst>
            <a:gs pos="58000">
              <a:schemeClr val="tx1"/>
            </a:gs>
            <a:gs pos="0">
              <a:srgbClr val="0A372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F464486-80F1-04E4-9087-1B6782D9ED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t="15624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5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9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/>
        </p:nvSpPr>
        <p:spPr>
          <a:xfrm>
            <a:off x="5377694" y="1846822"/>
            <a:ext cx="1436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rchivo" pitchFamily="2" charset="77"/>
                <a:cs typeface="Archivo" pitchFamily="2" charset="77"/>
              </a:rPr>
              <a:t>We Are SASE</a:t>
            </a:r>
          </a:p>
        </p:txBody>
      </p:sp>
      <p:sp>
        <p:nvSpPr>
          <p:cNvPr id="22" name="Chord 21">
            <a:extLst>
              <a:ext uri="{FF2B5EF4-FFF2-40B4-BE49-F238E27FC236}">
                <a16:creationId xmlns:a16="http://schemas.microsoft.com/office/drawing/2014/main" id="{B0EAB030-5BB1-9C21-BB07-E1593733D1F3}"/>
              </a:ext>
            </a:extLst>
          </p:cNvPr>
          <p:cNvSpPr/>
          <p:nvPr userDrawn="1"/>
        </p:nvSpPr>
        <p:spPr>
          <a:xfrm rot="10395880">
            <a:off x="1511378" y="5171382"/>
            <a:ext cx="9169245" cy="9169245"/>
          </a:xfrm>
          <a:prstGeom prst="chord">
            <a:avLst>
              <a:gd name="adj1" fmla="val 2700000"/>
              <a:gd name="adj2" fmla="val 8939481"/>
            </a:avLst>
          </a:prstGeom>
          <a:solidFill>
            <a:srgbClr val="0E1C1A"/>
          </a:solidFill>
          <a:ln w="19050" cap="flat" cmpd="sng" algn="ctr">
            <a:noFill/>
            <a:prstDash val="solid"/>
            <a:miter lim="800000"/>
          </a:ln>
          <a:effectLst>
            <a:outerShdw blurRad="1270000" dist="50800" dir="16560000" sx="98000" sy="98000" algn="ctr" rotWithShape="0">
              <a:srgbClr val="168763">
                <a:alpha val="54844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3954732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693C7F-CCD3-6023-5775-0CB38D3A1C79}"/>
              </a:ext>
            </a:extLst>
          </p:cNvPr>
          <p:cNvSpPr/>
          <p:nvPr userDrawn="1"/>
        </p:nvSpPr>
        <p:spPr>
          <a:xfrm>
            <a:off x="0" y="4102886"/>
            <a:ext cx="12192000" cy="2755114"/>
          </a:xfrm>
          <a:prstGeom prst="rect">
            <a:avLst/>
          </a:prstGeom>
          <a:pattFill prst="dk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DC74B-298C-4C00-B280-1F888A4DBE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4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4C7D6B-BBA5-42C0-47C5-13E0B33E4CF0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DC74B-298C-4C00-B280-1F888A4DBE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9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E00A87-1E94-A1C2-9EFA-4FE829F5F474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DC74B-298C-4C00-B280-1F888A4DBE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6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rgbClr val="18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8BFC09-24D4-484A-4EFB-3B9920C2E3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324" y="6250260"/>
            <a:ext cx="943419" cy="389007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40A4F4-F581-EBAA-B5A3-3B3ED8CDE377}"/>
              </a:ext>
            </a:extLst>
          </p:cNvPr>
          <p:cNvSpPr/>
          <p:nvPr userDrawn="1"/>
        </p:nvSpPr>
        <p:spPr>
          <a:xfrm>
            <a:off x="1133518" y="1981200"/>
            <a:ext cx="9930389" cy="3479549"/>
          </a:xfrm>
          <a:prstGeom prst="roundRect">
            <a:avLst>
              <a:gd name="adj" fmla="val 7144"/>
            </a:avLst>
          </a:prstGeom>
          <a:solidFill>
            <a:srgbClr val="168763"/>
          </a:solidFill>
          <a:ln w="19050" cap="flat" cmpd="sng" algn="ctr">
            <a:noFill/>
            <a:prstDash val="solid"/>
            <a:miter lim="800000"/>
          </a:ln>
          <a:effectLst>
            <a:outerShdw blurRad="602446" dist="558736" dir="5400000" sx="89000" sy="89000" algn="ctr" rotWithShape="0">
              <a:srgbClr val="168763">
                <a:alpha val="26507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56F031B-D178-09BE-3413-E97472A4BCB3}"/>
              </a:ext>
            </a:extLst>
          </p:cNvPr>
          <p:cNvSpPr txBox="1">
            <a:spLocks/>
          </p:cNvSpPr>
          <p:nvPr userDrawn="1"/>
        </p:nvSpPr>
        <p:spPr>
          <a:xfrm>
            <a:off x="7169103" y="2316280"/>
            <a:ext cx="3556953" cy="2809387"/>
          </a:xfrm>
          <a:prstGeom prst="roundRect">
            <a:avLst>
              <a:gd name="adj" fmla="val 5983"/>
            </a:avLst>
          </a:prstGeom>
          <a:solidFill>
            <a:srgbClr val="F6F6F7"/>
          </a:solidFill>
          <a:effectLst>
            <a:outerShdw blurRad="453408" dist="399601" dir="5400000" sx="92000" sy="92000" algn="t" rotWithShape="0">
              <a:prstClr val="black">
                <a:alpha val="16738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3033">
                  <a:lumMod val="10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L" sz="2000" b="0" i="0" u="none" strike="noStrike" kern="1200" cap="none" spc="0" normalizeH="0" baseline="0" noProof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Poppins Light" pitchFamily="2" charset="77"/>
              <a:ea typeface="+mn-ea"/>
              <a:cs typeface="Poppi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06340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D7B36B-B14E-5313-6B99-ACBBBF78CF5A}"/>
              </a:ext>
            </a:extLst>
          </p:cNvPr>
          <p:cNvSpPr/>
          <p:nvPr userDrawn="1"/>
        </p:nvSpPr>
        <p:spPr>
          <a:xfrm>
            <a:off x="0" y="3326296"/>
            <a:ext cx="12192000" cy="3531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AE20B9EE-AA3E-4A39-C6D4-B401850E7B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2726" y="943289"/>
            <a:ext cx="9986548" cy="715058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4500" b="1" i="0">
                <a:solidFill>
                  <a:schemeClr val="tx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sp>
        <p:nvSpPr>
          <p:cNvPr id="8" name="Chart Placeholder 5">
            <a:extLst>
              <a:ext uri="{FF2B5EF4-FFF2-40B4-BE49-F238E27FC236}">
                <a16:creationId xmlns:a16="http://schemas.microsoft.com/office/drawing/2014/main" id="{77C024F4-3DBB-AB32-D1C9-A6DF9EBBA18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97427" y="1805478"/>
            <a:ext cx="11410950" cy="3848157"/>
          </a:xfrm>
          <a:prstGeom prst="rect">
            <a:avLst/>
          </a:prstGeom>
        </p:spPr>
        <p:txBody>
          <a:bodyPr/>
          <a:lstStyle/>
          <a:p>
            <a:endParaRPr lang="en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E19ED1-2C17-D04B-1F0F-6FFF2E5128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324" y="6250260"/>
            <a:ext cx="943419" cy="38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164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gray">
          <a:xfrm>
            <a:off x="2" y="104514"/>
            <a:ext cx="12186208" cy="6223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53420" y="36014"/>
            <a:ext cx="10963363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0138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9EC1-DBD1-4F05-ACC4-BC5F8A77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138" y="1112225"/>
            <a:ext cx="10515600" cy="4579274"/>
          </a:xfrm>
          <a:prstGeom prst="rect">
            <a:avLst/>
          </a:prstGeom>
        </p:spPr>
        <p:txBody>
          <a:bodyPr lIns="0">
            <a:normAutofit/>
          </a:bodyPr>
          <a:lstStyle>
            <a:lvl1pPr marL="228600" indent="-2286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-223838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690563" indent="-233363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914400" indent="-223838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4pPr>
            <a:lvl5pPr marL="862013" indent="-234950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A47E04-FD8A-054A-862B-2C2DD3EF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89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32F1AE-B816-1147-9322-4D2C599000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18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5081FA9-CEF9-484D-BF4F-61FB1B107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146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1C6ACD-09BF-4D7E-93A7-862E5624E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3192" y="4882626"/>
            <a:ext cx="2874963" cy="744538"/>
          </a:xfrm>
        </p:spPr>
        <p:txBody>
          <a:bodyPr wrap="none" lIns="18288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28600" indent="-228600"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009F828-EE19-42E1-B484-3708F7D94F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3638" y="4873265"/>
            <a:ext cx="885825" cy="88582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23413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71AE41-C413-EFC1-00A7-D0387B4D69D7}"/>
              </a:ext>
            </a:extLst>
          </p:cNvPr>
          <p:cNvSpPr/>
          <p:nvPr userDrawn="1"/>
        </p:nvSpPr>
        <p:spPr>
          <a:xfrm>
            <a:off x="-4283" y="3429000"/>
            <a:ext cx="12196283" cy="3429001"/>
          </a:xfrm>
          <a:prstGeom prst="rect">
            <a:avLst/>
          </a:prstGeom>
          <a:solidFill>
            <a:schemeClr val="tx1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5F7DE-7458-CA24-F2DA-39A0D343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C21D5-8E1F-56BD-0D74-5944892D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1CDE3-8BA7-7FBC-5177-EF147D40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CA7BD-C297-84F2-BA68-FB36ACA3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7C6CF7-0663-7D62-4F10-7244832A49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352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B3B5C1-B65E-459F-8DE4-A1CCBCEB5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6720559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wo Content">
    <p:bg>
      <p:bgPr>
        <a:gradFill>
          <a:gsLst>
            <a:gs pos="0">
              <a:srgbClr val="1D3A34"/>
            </a:gs>
            <a:gs pos="77000">
              <a:srgbClr val="101F1D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15">
            <a:extLst>
              <a:ext uri="{FF2B5EF4-FFF2-40B4-BE49-F238E27FC236}">
                <a16:creationId xmlns:a16="http://schemas.microsoft.com/office/drawing/2014/main" id="{91206A25-A928-E147-915E-BAFB065941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3014" r="34835" b="37156"/>
          <a:stretch/>
        </p:blipFill>
        <p:spPr>
          <a:xfrm rot="5400000">
            <a:off x="-727064" y="1792318"/>
            <a:ext cx="5827337" cy="4373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D84EBF-7728-4241-350C-A1ED6282D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 t="61910" r="41415"/>
          <a:stretch/>
        </p:blipFill>
        <p:spPr>
          <a:xfrm rot="10800000">
            <a:off x="-12661" y="34590"/>
            <a:ext cx="7272337" cy="6858001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2FB2F7A-99CE-3BD6-4CF9-A33BC8CFBB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9843" y="848280"/>
            <a:ext cx="3975049" cy="27641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000" b="1" i="0">
                <a:solidFill>
                  <a:schemeClr val="accent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</a:t>
            </a:r>
            <a:endParaRPr lang="en-I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6078C7-2804-7092-7BA2-94489E9FF6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77324" y="6250260"/>
            <a:ext cx="943419" cy="389007"/>
          </a:xfrm>
          <a:prstGeom prst="rect">
            <a:avLst/>
          </a:prstGeom>
        </p:spPr>
      </p:pic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E77C4E8-C7E0-681B-FDCF-152C87DD1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9843" y="1243607"/>
            <a:ext cx="3975049" cy="154413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ts val="4900"/>
              </a:lnSpc>
              <a:buNone/>
              <a:defRPr sz="45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5EB85A-0D72-927E-9DEB-159636980C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9913" y="2787650"/>
            <a:ext cx="3975100" cy="2855913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685800" indent="-228600">
              <a:lnSpc>
                <a:spcPct val="100000"/>
              </a:lnSpc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2pPr>
            <a:lvl3pPr marL="1143000" indent="-228600">
              <a:lnSpc>
                <a:spcPct val="100000"/>
              </a:lnSpc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3pPr>
            <a:lvl4pPr marL="1600200" indent="-228600">
              <a:lnSpc>
                <a:spcPct val="100000"/>
              </a:lnSpc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4pPr>
            <a:lvl5pPr marL="2057400" indent="-228600">
              <a:lnSpc>
                <a:spcPct val="100000"/>
              </a:lnSpc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7163578"/>
      </p:ext>
    </p:extLst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454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7187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image" Target="../media/image38.png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7527A84-62A5-40F8-9ABB-C2EE3BC821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2" r:id="rId4"/>
    <p:sldLayoutId id="2147483652" r:id="rId5"/>
    <p:sldLayoutId id="2147483663" r:id="rId6"/>
    <p:sldLayoutId id="2147483664" r:id="rId7"/>
    <p:sldLayoutId id="2147483665" r:id="rId8"/>
    <p:sldLayoutId id="2147483668" r:id="rId9"/>
    <p:sldLayoutId id="2147483666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0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A9D2E83-783C-9D48-D313-19E6E76CA3F2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alphaModFix amt="20000"/>
          </a:blip>
          <a:srcRect l="41434" t="4325" b="57629"/>
          <a:stretch/>
        </p:blipFill>
        <p:spPr>
          <a:xfrm>
            <a:off x="-10510" y="0"/>
            <a:ext cx="12211694" cy="6858000"/>
          </a:xfrm>
          <a:prstGeom prst="rect">
            <a:avLst/>
          </a:prstGeom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A9BD2EA-4B17-3874-B22C-D1E8BD0701EB}"/>
              </a:ext>
            </a:extLst>
          </p:cNvPr>
          <p:cNvSpPr txBox="1">
            <a:spLocks/>
          </p:cNvSpPr>
          <p:nvPr userDrawn="1"/>
        </p:nvSpPr>
        <p:spPr>
          <a:xfrm>
            <a:off x="9971845" y="6358107"/>
            <a:ext cx="1772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439479"/>
            <a:ext cx="11561105" cy="718658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95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2" r:id="rId12"/>
    <p:sldLayoutId id="2147483713" r:id="rId13"/>
    <p:sldLayoutId id="2147483714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2">
              <a:lumMod val="50000"/>
            </a:schemeClr>
          </a:solidFill>
          <a:latin typeface="Kalinga" panose="020B0502040204020203" pitchFamily="34" charset="0"/>
          <a:ea typeface="+mj-ea"/>
          <a:cs typeface="Kalinga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1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10000"/>
          </a:schemeClr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10000"/>
          </a:schemeClr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10000"/>
          </a:schemeClr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10000"/>
          </a:schemeClr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56">
          <p15:clr>
            <a:srgbClr val="F26B43"/>
          </p15:clr>
        </p15:guide>
        <p15:guide id="2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27F641-F838-4AE9-7437-428276A2B93B}"/>
              </a:ext>
            </a:extLst>
          </p:cNvPr>
          <p:cNvSpPr txBox="1"/>
          <p:nvPr/>
        </p:nvSpPr>
        <p:spPr>
          <a:xfrm>
            <a:off x="7990433" y="3486568"/>
            <a:ext cx="2468062" cy="103079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lIns="121920" tIns="60960" rIns="121920" bIns="60960" numCol="1" spcCol="0" rtlCol="0" fromWordArt="0" anchor="t" anchorCtr="0" forceAA="0" compatLnSpc="1">
            <a:prstTxWarp prst="textNoShape">
              <a:avLst/>
            </a:prstTxWarp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800"/>
              </a:spcAft>
            </a:pPr>
            <a:r>
              <a:rPr lang="en-US" sz="3600" b="0" i="0" u="none" strike="noStrike" cap="none" dirty="0">
                <a:latin typeface="Verdana"/>
                <a:ea typeface="Verdana"/>
              </a:rPr>
              <a:t>Use Cases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0ACD7C-B856-ED0A-AC21-C20088CEEA83}"/>
              </a:ext>
            </a:extLst>
          </p:cNvPr>
          <p:cNvCxnSpPr>
            <a:cxnSpLocks/>
          </p:cNvCxnSpPr>
          <p:nvPr/>
        </p:nvCxnSpPr>
        <p:spPr>
          <a:xfrm>
            <a:off x="6718087" y="2201034"/>
            <a:ext cx="0" cy="2919981"/>
          </a:xfrm>
          <a:prstGeom prst="line">
            <a:avLst/>
          </a:prstGeom>
          <a:ln w="28575">
            <a:solidFill>
              <a:srgbClr val="0064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EFE35E-18A8-EEA8-8812-2E9AE553E1C0}"/>
              </a:ext>
            </a:extLst>
          </p:cNvPr>
          <p:cNvSpPr txBox="1"/>
          <p:nvPr/>
        </p:nvSpPr>
        <p:spPr>
          <a:xfrm>
            <a:off x="7188200" y="2672358"/>
            <a:ext cx="407252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3200" b="1">
                <a:solidFill>
                  <a:srgbClr val="006438"/>
                </a:solidFill>
                <a:latin typeface="Poppins"/>
                <a:cs typeface="Poppins"/>
              </a:rPr>
              <a:t>AI Security</a:t>
            </a:r>
            <a:endParaRPr lang="en-GB" sz="3200" b="1">
              <a:solidFill>
                <a:srgbClr val="006438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3" name="Picture 2" descr="A green circle with white text">
            <a:extLst>
              <a:ext uri="{FF2B5EF4-FFF2-40B4-BE49-F238E27FC236}">
                <a16:creationId xmlns:a16="http://schemas.microsoft.com/office/drawing/2014/main" id="{CCBE2540-FD2F-18E4-4955-F6D8AE43F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60" y="1717644"/>
            <a:ext cx="5025039" cy="38000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4BC435-4701-7834-26A7-61834D00F1B4}"/>
              </a:ext>
            </a:extLst>
          </p:cNvPr>
          <p:cNvSpPr txBox="1"/>
          <p:nvPr/>
        </p:nvSpPr>
        <p:spPr>
          <a:xfrm>
            <a:off x="7390901" y="4532157"/>
            <a:ext cx="3854823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highlight>
                  <a:srgbClr val="FFFF00"/>
                </a:highlight>
                <a:ea typeface="Calibri"/>
                <a:cs typeface="Calibri"/>
              </a:rPr>
              <a:t>Note – This deck is work in progress</a:t>
            </a:r>
            <a:endParaRPr lang="en-GB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5420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0DC74-B5FB-5C26-A867-D8697E24A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9">
            <a:extLst>
              <a:ext uri="{FF2B5EF4-FFF2-40B4-BE49-F238E27FC236}">
                <a16:creationId xmlns:a16="http://schemas.microsoft.com/office/drawing/2014/main" id="{F664B067-672D-46D0-8E18-C9FF2C0512BF}"/>
              </a:ext>
            </a:extLst>
          </p:cNvPr>
          <p:cNvSpPr/>
          <p:nvPr/>
        </p:nvSpPr>
        <p:spPr>
          <a:xfrm>
            <a:off x="180472" y="156210"/>
            <a:ext cx="11857923" cy="6605537"/>
          </a:xfrm>
          <a:prstGeom prst="roundRect">
            <a:avLst>
              <a:gd name="adj" fmla="val 1981"/>
            </a:avLst>
          </a:prstGeom>
          <a:solidFill>
            <a:srgbClr val="F1F3F4"/>
          </a:solidFill>
          <a:ln w="6350">
            <a:noFill/>
          </a:ln>
          <a:effectLst>
            <a:outerShdw blurRad="1270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82E2A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BF5E9578-5C61-6FCE-5CAD-112ED7DA6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977" y="6389343"/>
            <a:ext cx="429577" cy="1764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DF35E1DE-D9D8-D2F2-3333-8626357A1F05}"/>
              </a:ext>
            </a:extLst>
          </p:cNvPr>
          <p:cNvSpPr txBox="1">
            <a:spLocks/>
          </p:cNvSpPr>
          <p:nvPr/>
        </p:nvSpPr>
        <p:spPr>
          <a:xfrm>
            <a:off x="356633" y="320647"/>
            <a:ext cx="11304100" cy="94721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400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800">
                <a:solidFill>
                  <a:srgbClr val="168762"/>
                </a:solidFill>
                <a:latin typeface="Poppins" pitchFamily="2" charset="77"/>
                <a:cs typeface="Poppins" pitchFamily="2" charset="77"/>
              </a:rPr>
              <a:t>AI Security – </a:t>
            </a:r>
            <a:r>
              <a:rPr lang="en-US" sz="2800" b="1">
                <a:solidFill>
                  <a:srgbClr val="168762"/>
                </a:solidFill>
                <a:latin typeface="Poppins" pitchFamily="2" charset="77"/>
                <a:cs typeface="Poppins" pitchFamily="2" charset="77"/>
              </a:rPr>
              <a:t>Use Case Demonstrations</a:t>
            </a:r>
          </a:p>
          <a:p>
            <a:pPr>
              <a:spcAft>
                <a:spcPts val="600"/>
              </a:spcAft>
            </a:pPr>
            <a:r>
              <a:rPr lang="en-US" sz="190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Focus areas: AI for Users, AI for Applications and Agentic AI</a:t>
            </a:r>
          </a:p>
        </p:txBody>
      </p:sp>
      <p:cxnSp>
        <p:nvCxnSpPr>
          <p:cNvPr id="9" name="Google Shape;2948;p15">
            <a:extLst>
              <a:ext uri="{FF2B5EF4-FFF2-40B4-BE49-F238E27FC236}">
                <a16:creationId xmlns:a16="http://schemas.microsoft.com/office/drawing/2014/main" id="{2154BEFA-C982-5561-0B8D-2B0D6B8C9666}"/>
              </a:ext>
            </a:extLst>
          </p:cNvPr>
          <p:cNvCxnSpPr>
            <a:cxnSpLocks/>
          </p:cNvCxnSpPr>
          <p:nvPr/>
        </p:nvCxnSpPr>
        <p:spPr>
          <a:xfrm flipH="1">
            <a:off x="7670047" y="804775"/>
            <a:ext cx="383458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2" name="Google Shape;249;p19">
            <a:extLst>
              <a:ext uri="{FF2B5EF4-FFF2-40B4-BE49-F238E27FC236}">
                <a16:creationId xmlns:a16="http://schemas.microsoft.com/office/drawing/2014/main" id="{74EA5CB3-CC35-A855-98E5-5F48B5568087}"/>
              </a:ext>
            </a:extLst>
          </p:cNvPr>
          <p:cNvSpPr txBox="1"/>
          <p:nvPr/>
        </p:nvSpPr>
        <p:spPr>
          <a:xfrm>
            <a:off x="380510" y="1660738"/>
            <a:ext cx="3870855" cy="590222"/>
          </a:xfrm>
          <a:prstGeom prst="roundRect">
            <a:avLst>
              <a:gd name="adj" fmla="val 21002"/>
            </a:avLst>
          </a:prstGeom>
          <a:gradFill flip="none" rotWithShape="1">
            <a:gsLst>
              <a:gs pos="0">
                <a:schemeClr val="bg1">
                  <a:alpha val="12283"/>
                </a:schemeClr>
              </a:gs>
              <a:gs pos="100000">
                <a:srgbClr val="168762">
                  <a:alpha val="14163"/>
                </a:srgb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7000">
                  <a:srgbClr val="168762"/>
                </a:gs>
                <a:gs pos="83000">
                  <a:srgbClr val="168762"/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en-IL"/>
            </a:defPPr>
            <a:lvl1pPr algn="ctr">
              <a:defRPr sz="1333">
                <a:solidFill>
                  <a:schemeClr val="lt1"/>
                </a:solidFill>
                <a:latin typeface="Poppins" pitchFamily="2" charset="77"/>
                <a:ea typeface="Inter SemiBold"/>
                <a:cs typeface="Poppins" pitchFamily="2" charset="77"/>
              </a:defRPr>
            </a:lvl1pPr>
          </a:lstStyle>
          <a:p>
            <a:r>
              <a:rPr lang="en" sz="1600">
                <a:solidFill>
                  <a:srgbClr val="168762"/>
                </a:solidFill>
                <a:latin typeface="Poppins"/>
                <a:cs typeface="Poppins"/>
                <a:sym typeface="Inter SemiBold"/>
              </a:rPr>
              <a:t>AI for Users</a:t>
            </a:r>
            <a:endParaRPr lang="en-US" sz="1600">
              <a:solidFill>
                <a:srgbClr val="168762"/>
              </a:solidFill>
              <a:latin typeface="Poppins"/>
              <a:cs typeface="Poppins"/>
            </a:endParaRPr>
          </a:p>
        </p:txBody>
      </p:sp>
      <p:sp>
        <p:nvSpPr>
          <p:cNvPr id="8" name="Google Shape;253;p19">
            <a:extLst>
              <a:ext uri="{FF2B5EF4-FFF2-40B4-BE49-F238E27FC236}">
                <a16:creationId xmlns:a16="http://schemas.microsoft.com/office/drawing/2014/main" id="{594036DA-FD05-93CF-2B3A-A189C60C2CAC}"/>
              </a:ext>
            </a:extLst>
          </p:cNvPr>
          <p:cNvSpPr txBox="1"/>
          <p:nvPr/>
        </p:nvSpPr>
        <p:spPr>
          <a:xfrm>
            <a:off x="368570" y="2495315"/>
            <a:ext cx="3882795" cy="3644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121900" rIns="360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GB" sz="1200" b="1">
                <a:solidFill>
                  <a:srgbClr val="168762"/>
                </a:solidFill>
                <a:latin typeface="Poppins"/>
                <a:cs typeface="Poppins"/>
                <a:sym typeface="Inter"/>
              </a:rPr>
              <a:t>Scenarios</a:t>
            </a: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Shadow AI Discovery</a:t>
            </a:r>
            <a:b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</a:b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Prompt Level Auditing</a:t>
            </a:r>
          </a:p>
          <a:p>
            <a:pPr algn="ctr">
              <a:lnSpc>
                <a:spcPct val="115000"/>
              </a:lnSpc>
            </a:pP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Protection Policies</a:t>
            </a: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 b="1">
                <a:solidFill>
                  <a:srgbClr val="168762"/>
                </a:solidFill>
                <a:latin typeface="Poppins"/>
                <a:cs typeface="Poppins"/>
                <a:sym typeface="Inter"/>
              </a:rPr>
              <a:t>Demo Focus</a:t>
            </a: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Visibility and Protection using Aim Browser Plugin</a:t>
            </a:r>
            <a:b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</a:b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Cato Client based Visibility &amp; Protection</a:t>
            </a: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 b="1">
                <a:solidFill>
                  <a:srgbClr val="168762"/>
                </a:solidFill>
                <a:latin typeface="Poppins"/>
                <a:cs typeface="Poppins"/>
                <a:sym typeface="Inter"/>
              </a:rPr>
              <a:t>Outcomes</a:t>
            </a:r>
          </a:p>
          <a:p>
            <a:pPr algn="ctr">
              <a:lnSpc>
                <a:spcPct val="115000"/>
              </a:lnSpc>
            </a:pPr>
            <a:endParaRPr lang="en-GB" sz="1200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US" sz="1200">
                <a:solidFill>
                  <a:schemeClr val="tx2"/>
                </a:solidFill>
                <a:latin typeface="Poppins"/>
                <a:cs typeface="Poppins"/>
              </a:rPr>
              <a:t>Discovery of AI Applications</a:t>
            </a:r>
          </a:p>
          <a:p>
            <a:pPr algn="ctr">
              <a:lnSpc>
                <a:spcPct val="115000"/>
              </a:lnSpc>
            </a:pPr>
            <a:r>
              <a:rPr lang="en-US" sz="1200">
                <a:solidFill>
                  <a:schemeClr val="tx2"/>
                </a:solidFill>
                <a:latin typeface="Poppins"/>
                <a:cs typeface="Poppins"/>
              </a:rPr>
              <a:t>Usage Reporting</a:t>
            </a:r>
          </a:p>
          <a:p>
            <a:pPr algn="ctr">
              <a:lnSpc>
                <a:spcPct val="115000"/>
              </a:lnSpc>
            </a:pPr>
            <a:r>
              <a:rPr lang="en-US" sz="1200">
                <a:solidFill>
                  <a:schemeClr val="tx2"/>
                </a:solidFill>
                <a:latin typeface="Poppins"/>
                <a:cs typeface="Poppins"/>
              </a:rPr>
              <a:t>Risk and Compliance Reporting</a:t>
            </a:r>
          </a:p>
        </p:txBody>
      </p:sp>
      <p:sp>
        <p:nvSpPr>
          <p:cNvPr id="16" name="Google Shape;250;p19">
            <a:extLst>
              <a:ext uri="{FF2B5EF4-FFF2-40B4-BE49-F238E27FC236}">
                <a16:creationId xmlns:a16="http://schemas.microsoft.com/office/drawing/2014/main" id="{2526B6F7-952B-3C22-D686-90CABA34D4FD}"/>
              </a:ext>
            </a:extLst>
          </p:cNvPr>
          <p:cNvSpPr txBox="1"/>
          <p:nvPr/>
        </p:nvSpPr>
        <p:spPr>
          <a:xfrm>
            <a:off x="4667002" y="1629850"/>
            <a:ext cx="3171875" cy="621109"/>
          </a:xfrm>
          <a:prstGeom prst="roundRect">
            <a:avLst>
              <a:gd name="adj" fmla="val 16378"/>
            </a:avLst>
          </a:prstGeom>
          <a:gradFill flip="none" rotWithShape="1">
            <a:gsLst>
              <a:gs pos="0">
                <a:schemeClr val="bg1">
                  <a:alpha val="12283"/>
                </a:schemeClr>
              </a:gs>
              <a:gs pos="100000">
                <a:srgbClr val="168762">
                  <a:alpha val="14163"/>
                </a:srgb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7000">
                  <a:srgbClr val="168762"/>
                </a:gs>
                <a:gs pos="83000">
                  <a:srgbClr val="168762"/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>
                <a:solidFill>
                  <a:srgbClr val="168762"/>
                </a:solidFill>
                <a:latin typeface="Poppins"/>
                <a:cs typeface="Poppins"/>
              </a:rPr>
              <a:t>AI for Applications</a:t>
            </a:r>
          </a:p>
        </p:txBody>
      </p:sp>
      <p:sp>
        <p:nvSpPr>
          <p:cNvPr id="34" name="Google Shape;250;p19">
            <a:extLst>
              <a:ext uri="{FF2B5EF4-FFF2-40B4-BE49-F238E27FC236}">
                <a16:creationId xmlns:a16="http://schemas.microsoft.com/office/drawing/2014/main" id="{97C78815-C1E3-B92D-824A-AF099F37FB7F}"/>
              </a:ext>
            </a:extLst>
          </p:cNvPr>
          <p:cNvSpPr txBox="1"/>
          <p:nvPr/>
        </p:nvSpPr>
        <p:spPr>
          <a:xfrm>
            <a:off x="8256664" y="1629101"/>
            <a:ext cx="3460448" cy="590222"/>
          </a:xfrm>
          <a:prstGeom prst="roundRect">
            <a:avLst>
              <a:gd name="adj" fmla="val 16378"/>
            </a:avLst>
          </a:prstGeom>
          <a:gradFill flip="none" rotWithShape="1">
            <a:gsLst>
              <a:gs pos="0">
                <a:schemeClr val="bg1">
                  <a:alpha val="12283"/>
                </a:schemeClr>
              </a:gs>
              <a:gs pos="100000">
                <a:srgbClr val="168762">
                  <a:alpha val="14163"/>
                </a:srgb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7000">
                  <a:srgbClr val="168762"/>
                </a:gs>
                <a:gs pos="83000">
                  <a:srgbClr val="168762"/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>
                <a:solidFill>
                  <a:srgbClr val="168762"/>
                </a:solidFill>
                <a:latin typeface="Poppins"/>
                <a:cs typeface="Poppins"/>
              </a:rPr>
              <a:t>Agentic AI</a:t>
            </a:r>
          </a:p>
        </p:txBody>
      </p:sp>
      <p:sp>
        <p:nvSpPr>
          <p:cNvPr id="3" name="Google Shape;253;p19">
            <a:extLst>
              <a:ext uri="{FF2B5EF4-FFF2-40B4-BE49-F238E27FC236}">
                <a16:creationId xmlns:a16="http://schemas.microsoft.com/office/drawing/2014/main" id="{77FDB2EA-B9B6-FBAC-2F9A-4C0C71EB83C2}"/>
              </a:ext>
            </a:extLst>
          </p:cNvPr>
          <p:cNvSpPr txBox="1"/>
          <p:nvPr/>
        </p:nvSpPr>
        <p:spPr>
          <a:xfrm>
            <a:off x="4311541" y="2495315"/>
            <a:ext cx="3882795" cy="3431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121900" rIns="360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GB" sz="1200" b="1">
                <a:solidFill>
                  <a:srgbClr val="168762"/>
                </a:solidFill>
                <a:latin typeface="Poppins"/>
                <a:cs typeface="Poppins"/>
                <a:sym typeface="Inter"/>
              </a:rPr>
              <a:t>Scenarios</a:t>
            </a: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Homegrown App Inventory</a:t>
            </a:r>
            <a:b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</a:b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Coding Agent Discovery</a:t>
            </a:r>
          </a:p>
          <a:p>
            <a:pPr algn="ctr">
              <a:lnSpc>
                <a:spcPct val="115000"/>
              </a:lnSpc>
            </a:pP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Protection Policies</a:t>
            </a: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 b="1">
                <a:solidFill>
                  <a:srgbClr val="168762"/>
                </a:solidFill>
                <a:latin typeface="Poppins"/>
                <a:cs typeface="Poppins"/>
                <a:sym typeface="Inter"/>
              </a:rPr>
              <a:t>Demo Focus</a:t>
            </a: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Visibility and Protection using IDE Integration</a:t>
            </a:r>
            <a:b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</a:b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Hooks based Visibility &amp; Protection</a:t>
            </a: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 b="1">
                <a:solidFill>
                  <a:srgbClr val="168762"/>
                </a:solidFill>
                <a:latin typeface="Poppins"/>
                <a:cs typeface="Poppins"/>
                <a:sym typeface="Inter"/>
              </a:rPr>
              <a:t>Outcomes</a:t>
            </a:r>
          </a:p>
          <a:p>
            <a:pPr algn="ctr">
              <a:lnSpc>
                <a:spcPct val="115000"/>
              </a:lnSpc>
            </a:pPr>
            <a:endParaRPr lang="en-GB" sz="1200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US" sz="1200">
                <a:solidFill>
                  <a:schemeClr val="tx2"/>
                </a:solidFill>
                <a:latin typeface="Poppins"/>
                <a:cs typeface="Poppins"/>
              </a:rPr>
              <a:t>Discovery of Homegrown Applications</a:t>
            </a:r>
          </a:p>
          <a:p>
            <a:pPr algn="ctr">
              <a:lnSpc>
                <a:spcPct val="115000"/>
              </a:lnSpc>
            </a:pPr>
            <a:r>
              <a:rPr lang="en-US" sz="1200">
                <a:solidFill>
                  <a:schemeClr val="tx2"/>
                </a:solidFill>
                <a:latin typeface="Poppins"/>
                <a:cs typeface="Poppins"/>
              </a:rPr>
              <a:t>Tool Discovery</a:t>
            </a:r>
          </a:p>
        </p:txBody>
      </p:sp>
      <p:sp>
        <p:nvSpPr>
          <p:cNvPr id="4" name="Google Shape;253;p19">
            <a:extLst>
              <a:ext uri="{FF2B5EF4-FFF2-40B4-BE49-F238E27FC236}">
                <a16:creationId xmlns:a16="http://schemas.microsoft.com/office/drawing/2014/main" id="{9F17C90B-A104-4781-8C2D-4236B3558BE2}"/>
              </a:ext>
            </a:extLst>
          </p:cNvPr>
          <p:cNvSpPr txBox="1"/>
          <p:nvPr/>
        </p:nvSpPr>
        <p:spPr>
          <a:xfrm>
            <a:off x="8128733" y="2495315"/>
            <a:ext cx="3882795" cy="3431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121900" rIns="360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GB" sz="1200" b="1">
                <a:solidFill>
                  <a:srgbClr val="168762"/>
                </a:solidFill>
                <a:latin typeface="Poppins"/>
                <a:cs typeface="Poppins"/>
                <a:sym typeface="Inter"/>
              </a:rPr>
              <a:t>Scenarios</a:t>
            </a: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Agent Discovery</a:t>
            </a:r>
            <a:b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</a:b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Posture Management</a:t>
            </a:r>
          </a:p>
          <a:p>
            <a:pPr algn="ctr">
              <a:lnSpc>
                <a:spcPct val="115000"/>
              </a:lnSpc>
            </a:pP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Guardrails</a:t>
            </a: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 b="1">
                <a:solidFill>
                  <a:srgbClr val="168762"/>
                </a:solidFill>
                <a:latin typeface="Poppins"/>
                <a:cs typeface="Poppins"/>
                <a:sym typeface="Inter"/>
              </a:rPr>
              <a:t>Demo Focus</a:t>
            </a: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>
                <a:solidFill>
                  <a:schemeClr val="tx2"/>
                </a:solidFill>
                <a:latin typeface="Poppins"/>
                <a:cs typeface="Poppins"/>
                <a:sym typeface="Inter"/>
              </a:rPr>
              <a:t>Visibility and Protection using APIs</a:t>
            </a:r>
          </a:p>
          <a:p>
            <a:pPr algn="ctr">
              <a:lnSpc>
                <a:spcPct val="115000"/>
              </a:lnSpc>
            </a:pPr>
            <a:endParaRPr lang="en-GB" sz="1200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endParaRPr lang="en-GB" sz="1200" b="1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GB" sz="1200" b="1">
                <a:solidFill>
                  <a:srgbClr val="168762"/>
                </a:solidFill>
                <a:latin typeface="Poppins"/>
                <a:cs typeface="Poppins"/>
                <a:sym typeface="Inter"/>
              </a:rPr>
              <a:t>Outcomes</a:t>
            </a:r>
          </a:p>
          <a:p>
            <a:pPr algn="ctr">
              <a:lnSpc>
                <a:spcPct val="115000"/>
              </a:lnSpc>
            </a:pPr>
            <a:endParaRPr lang="en-GB" sz="1200">
              <a:solidFill>
                <a:schemeClr val="tx2"/>
              </a:solidFill>
              <a:latin typeface="Poppins"/>
              <a:cs typeface="Poppins"/>
              <a:sym typeface="Inter"/>
            </a:endParaRPr>
          </a:p>
          <a:p>
            <a:pPr algn="ctr">
              <a:lnSpc>
                <a:spcPct val="115000"/>
              </a:lnSpc>
            </a:pPr>
            <a:r>
              <a:rPr lang="en-US" sz="1200">
                <a:solidFill>
                  <a:schemeClr val="tx2"/>
                </a:solidFill>
                <a:latin typeface="Poppins"/>
                <a:cs typeface="Poppins"/>
              </a:rPr>
              <a:t>Agent Observability</a:t>
            </a:r>
          </a:p>
          <a:p>
            <a:pPr algn="ctr">
              <a:lnSpc>
                <a:spcPct val="115000"/>
              </a:lnSpc>
            </a:pPr>
            <a:r>
              <a:rPr lang="en-US" sz="1200">
                <a:solidFill>
                  <a:schemeClr val="tx2"/>
                </a:solidFill>
                <a:latin typeface="Poppins"/>
                <a:cs typeface="Poppins"/>
              </a:rPr>
              <a:t>Runtime Controls</a:t>
            </a:r>
          </a:p>
        </p:txBody>
      </p:sp>
    </p:spTree>
    <p:extLst>
      <p:ext uri="{BB962C8B-B14F-4D97-AF65-F5344CB8AC3E}">
        <p14:creationId xmlns:p14="http://schemas.microsoft.com/office/powerpoint/2010/main" val="233903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16" grpId="0" animBg="1"/>
      <p:bldP spid="34" grpId="0" animBg="1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9B7FDB-60B9-4F88-864C-781524C2E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Additional Resources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" id="{F9EB428B-4581-1D42-AAAA-FFA5433C2A38}" vid="{2FF5C0F4-BC39-8F46-B57C-84FCE33AC53D}"/>
    </a:ext>
  </a:extLst>
</a:theme>
</file>

<file path=ppt/theme/theme2.xml><?xml version="1.0" encoding="utf-8"?>
<a:theme xmlns:a="http://schemas.openxmlformats.org/drawingml/2006/main" name="PPT TEMPLATE 2022 04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4.potx" id="{9CD7B0D1-D289-43E8-8B8B-7EAA4D834AAB}" vid="{4F81D770-173F-4D4F-B64E-BCC448EC36C8}"/>
    </a:ext>
  </a:extLst>
</a:theme>
</file>

<file path=ppt/theme/theme3.xml><?xml version="1.0" encoding="utf-8"?>
<a:theme xmlns:a="http://schemas.openxmlformats.org/drawingml/2006/main" name="1_PPT TEMPLATE 2022 04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4.potx" id="{9CD7B0D1-D289-43E8-8B8B-7EAA4D834AAB}" vid="{4F81D770-173F-4D4F-B64E-BCC448EC36C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59af04aa-14d6-4764-88c2-31407ba52b8d" xsi:nil="true"/>
    <lcf76f155ced4ddcb4097134ff3c332f xmlns="59af04aa-14d6-4764-88c2-31407ba52b8d">
      <Terms xmlns="http://schemas.microsoft.com/office/infopath/2007/PartnerControls"/>
    </lcf76f155ced4ddcb4097134ff3c332f>
    <TaxCatchAll xmlns="d5da3514-3b6b-4ccd-bd93-9b0746cba409" xsi:nil="true"/>
    <Manager_x0020_Name xmlns="59af04aa-14d6-4764-88c2-31407ba52b8d" xsi:nil="true"/>
    <Full_x0020_Name xmlns="59af04aa-14d6-4764-88c2-31407ba52b8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A94E03C407419BC564D94F1A306B" ma:contentTypeVersion="22" ma:contentTypeDescription="Create a new document." ma:contentTypeScope="" ma:versionID="2a5be53b095fe5f2c3f270eac2e82b16">
  <xsd:schema xmlns:xsd="http://www.w3.org/2001/XMLSchema" xmlns:xs="http://www.w3.org/2001/XMLSchema" xmlns:p="http://schemas.microsoft.com/office/2006/metadata/properties" xmlns:ns2="59af04aa-14d6-4764-88c2-31407ba52b8d" xmlns:ns3="d5da3514-3b6b-4ccd-bd93-9b0746cba409" targetNamespace="http://schemas.microsoft.com/office/2006/metadata/properties" ma:root="true" ma:fieldsID="1573f9c29841bbcb0b7ecf2d122902d7" ns2:_="" ns3:_="">
    <xsd:import namespace="59af04aa-14d6-4764-88c2-31407ba52b8d"/>
    <xsd:import namespace="d5da3514-3b6b-4ccd-bd93-9b0746cba4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BillingMetadata" minOccurs="0"/>
                <xsd:element ref="ns2:MediaServiceLocation" minOccurs="0"/>
                <xsd:element ref="ns2:Full_x0020_Name" minOccurs="0"/>
                <xsd:element ref="ns2:Manager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f04aa-14d6-4764-88c2-31407ba52b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Full_x0020_Name" ma:index="27" nillable="true" ma:displayName="Full Name" ma:internalName="Full_x0020_Name">
      <xsd:simpleType>
        <xsd:restriction base="dms:Text">
          <xsd:maxLength value="255"/>
        </xsd:restriction>
      </xsd:simpleType>
    </xsd:element>
    <xsd:element name="Manager_x0020_Name" ma:index="28" nillable="true" ma:displayName="Manager Name" ma:internalName="Manager_x0020_Nam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a3514-3b6b-4ccd-bd93-9b0746cba4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df6969e-8904-444d-9e9f-a1179b64f1ca}" ma:internalName="TaxCatchAll" ma:showField="CatchAllData" ma:web="d5da3514-3b6b-4ccd-bd93-9b0746cba4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8E23FD-1D3C-4B77-BD11-3F1EF586A9C7}">
  <ds:schemaRefs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d5da3514-3b6b-4ccd-bd93-9b0746cba409"/>
    <ds:schemaRef ds:uri="http://schemas.microsoft.com/office/2006/metadata/properties"/>
    <ds:schemaRef ds:uri="59af04aa-14d6-4764-88c2-31407ba52b8d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D9C0A7B-8317-445C-BFE2-DAB81A5E96CD}"/>
</file>

<file path=customXml/itemProps3.xml><?xml version="1.0" encoding="utf-8"?>
<ds:datastoreItem xmlns:ds="http://schemas.openxmlformats.org/officeDocument/2006/customXml" ds:itemID="{A00B76D7-C0C3-42FF-97C1-EF20CF65F7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</TotalTime>
  <Words>438</Words>
  <Application>Microsoft Office PowerPoint</Application>
  <PresentationFormat>Widescreen</PresentationFormat>
  <Paragraphs>80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Office Theme</vt:lpstr>
      <vt:lpstr>PPT TEMPLATE 2022 04</vt:lpstr>
      <vt:lpstr>1_PPT TEMPLATE 2022 04</vt:lpstr>
      <vt:lpstr>PowerPoint Presentation</vt:lpstr>
      <vt:lpstr>PowerPoint Presentation</vt:lpstr>
      <vt:lpstr>Additional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Huggins</dc:creator>
  <cp:lastModifiedBy>Aaron Huggins</cp:lastModifiedBy>
  <cp:revision>31</cp:revision>
  <dcterms:created xsi:type="dcterms:W3CDTF">2025-06-09T20:31:05Z</dcterms:created>
  <dcterms:modified xsi:type="dcterms:W3CDTF">2026-03-13T09:17:40Z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0x0101009372A94E03C407419BC564D94F1A306B</vt:lpwstr>
  </property>
  <property fmtid="{D5CDD505-2E9C-101B-9397-08002B2CF9AE}" pid="3" name="MediaServiceImageTags">
    <vt:lpwstr/>
  </property>
</Properties>
</file>