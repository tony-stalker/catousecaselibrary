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8" r:id="rId5"/>
    <p:sldId id="3709" r:id="rId6"/>
    <p:sldId id="259" r:id="rId7"/>
    <p:sldId id="371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/>
    <p:restoredTop sz="94658"/>
  </p:normalViewPr>
  <p:slideViewPr>
    <p:cSldViewPr snapToGrid="0">
      <p:cViewPr varScale="1">
        <p:scale>
          <a:sx n="120" d="100"/>
          <a:sy n="120" d="100"/>
        </p:scale>
        <p:origin x="77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Huggins" userId="c4f6da8f-7feb-47d3-883f-6d22cf7f492d" providerId="ADAL" clId="{843548F4-5DD4-59BB-B8FE-5C2F1230FDFA}"/>
    <pc:docChg chg="undo custSel addSld delSld modSld">
      <pc:chgData name="Aaron Huggins" userId="c4f6da8f-7feb-47d3-883f-6d22cf7f492d" providerId="ADAL" clId="{843548F4-5DD4-59BB-B8FE-5C2F1230FDFA}" dt="2025-11-10T12:23:35.395" v="18" actId="20577"/>
      <pc:docMkLst>
        <pc:docMk/>
      </pc:docMkLst>
      <pc:sldChg chg="modSp add del mod">
        <pc:chgData name="Aaron Huggins" userId="c4f6da8f-7feb-47d3-883f-6d22cf7f492d" providerId="ADAL" clId="{843548F4-5DD4-59BB-B8FE-5C2F1230FDFA}" dt="2025-11-10T12:23:05.230" v="7" actId="20577"/>
        <pc:sldMkLst>
          <pc:docMk/>
          <pc:sldMk cId="312643192" sldId="258"/>
        </pc:sldMkLst>
        <pc:spChg chg="mod">
          <ac:chgData name="Aaron Huggins" userId="c4f6da8f-7feb-47d3-883f-6d22cf7f492d" providerId="ADAL" clId="{843548F4-5DD4-59BB-B8FE-5C2F1230FDFA}" dt="2025-11-10T12:23:05.230" v="7" actId="20577"/>
          <ac:spMkLst>
            <pc:docMk/>
            <pc:sldMk cId="312643192" sldId="258"/>
            <ac:spMk id="5" creationId="{58B1D187-D362-4B73-AD63-B3D432410318}"/>
          </ac:spMkLst>
        </pc:spChg>
      </pc:sldChg>
      <pc:sldChg chg="modSp add mod">
        <pc:chgData name="Aaron Huggins" userId="c4f6da8f-7feb-47d3-883f-6d22cf7f492d" providerId="ADAL" clId="{843548F4-5DD4-59BB-B8FE-5C2F1230FDFA}" dt="2025-11-10T12:23:35.395" v="18" actId="20577"/>
        <pc:sldMkLst>
          <pc:docMk/>
          <pc:sldMk cId="4024777706" sldId="3710"/>
        </pc:sldMkLst>
        <pc:spChg chg="mod">
          <ac:chgData name="Aaron Huggins" userId="c4f6da8f-7feb-47d3-883f-6d22cf7f492d" providerId="ADAL" clId="{843548F4-5DD4-59BB-B8FE-5C2F1230FDFA}" dt="2025-11-10T12:23:28.681" v="16" actId="20577"/>
          <ac:spMkLst>
            <pc:docMk/>
            <pc:sldMk cId="4024777706" sldId="3710"/>
            <ac:spMk id="2" creationId="{73A8788F-B59C-8846-1FDC-EA62A5ADCF3D}"/>
          </ac:spMkLst>
        </pc:spChg>
        <pc:spChg chg="mod">
          <ac:chgData name="Aaron Huggins" userId="c4f6da8f-7feb-47d3-883f-6d22cf7f492d" providerId="ADAL" clId="{843548F4-5DD4-59BB-B8FE-5C2F1230FDFA}" dt="2025-11-10T12:23:35.395" v="18" actId="20577"/>
          <ac:spMkLst>
            <pc:docMk/>
            <pc:sldMk cId="4024777706" sldId="3710"/>
            <ac:spMk id="3" creationId="{C99483BA-6F84-9A58-4F25-88EFA82EF621}"/>
          </ac:spMkLst>
        </pc:spChg>
      </pc:sldChg>
      <pc:sldMasterChg chg="addSldLayout delSldLayout">
        <pc:chgData name="Aaron Huggins" userId="c4f6da8f-7feb-47d3-883f-6d22cf7f492d" providerId="ADAL" clId="{843548F4-5DD4-59BB-B8FE-5C2F1230FDFA}" dt="2025-11-10T12:22:59.534" v="6" actId="2696"/>
        <pc:sldMasterMkLst>
          <pc:docMk/>
          <pc:sldMasterMk cId="688934115" sldId="2147483648"/>
        </pc:sldMasterMkLst>
      </pc:sldMasterChg>
    </pc:docChg>
  </pc:docChgLst>
  <pc:docChgLst>
    <pc:chgData name="Tony Stalker" userId="bf9b65f5-c969-497d-9e20-5b2e72fd07bf" providerId="ADAL" clId="{43C1C026-0DEF-533E-9438-13A95D4BD409}"/>
    <pc:docChg chg="modSld">
      <pc:chgData name="Tony Stalker" userId="bf9b65f5-c969-497d-9e20-5b2e72fd07bf" providerId="ADAL" clId="{43C1C026-0DEF-533E-9438-13A95D4BD409}" dt="2025-11-14T11:00:02.227" v="0" actId="20577"/>
      <pc:docMkLst>
        <pc:docMk/>
      </pc:docMkLst>
      <pc:sldChg chg="modSp mod">
        <pc:chgData name="Tony Stalker" userId="bf9b65f5-c969-497d-9e20-5b2e72fd07bf" providerId="ADAL" clId="{43C1C026-0DEF-533E-9438-13A95D4BD409}" dt="2025-11-14T11:00:02.227" v="0" actId="20577"/>
        <pc:sldMkLst>
          <pc:docMk/>
          <pc:sldMk cId="795215173" sldId="259"/>
        </pc:sldMkLst>
        <pc:spChg chg="mod">
          <ac:chgData name="Tony Stalker" userId="bf9b65f5-c969-497d-9e20-5b2e72fd07bf" providerId="ADAL" clId="{43C1C026-0DEF-533E-9438-13A95D4BD409}" dt="2025-11-14T11:00:02.227" v="0" actId="20577"/>
          <ac:spMkLst>
            <pc:docMk/>
            <pc:sldMk cId="795215173" sldId="259"/>
            <ac:spMk id="2" creationId="{0EA44CF5-DD9E-4C34-93FF-2D030E8867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emf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3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Operational and management visibility </a:t>
            </a: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Consistent user experience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Simple UI experience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7FFC9-E698-6936-5341-493C7A20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249684"/>
            <a:ext cx="11561105" cy="424732"/>
          </a:xfrm>
        </p:spPr>
        <p:txBody>
          <a:bodyPr/>
          <a:lstStyle/>
          <a:p>
            <a:r>
              <a:rPr lang="en-US" dirty="0">
                <a:cs typeface="Calibri"/>
              </a:rPr>
              <a:t>Customer name**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051145-21E8-47F6-BBCA-EF75971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795"/>
            <a:ext cx="8626475" cy="840230"/>
          </a:xfrm>
        </p:spPr>
        <p:txBody>
          <a:bodyPr/>
          <a:lstStyle/>
          <a:p>
            <a:r>
              <a:rPr lang="en-US" dirty="0"/>
              <a:t>Visibility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FD940-E0AB-4011-8B15-F575C0A4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48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4CF5-DD9E-4C34-93FF-2D030E88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FD45-03E9-43A0-867F-D615D699A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220" y="1121407"/>
            <a:ext cx="1156110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Key Benefits </a:t>
            </a:r>
          </a:p>
          <a:p>
            <a:r>
              <a:rPr lang="en-US" dirty="0"/>
              <a:t>Network, application and user insights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Improved proactive analysis and time to resolve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User level accountability 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Description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/>
              <a:t>Simulate resolution of user reported performance issue.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Utilise</a:t>
            </a:r>
            <a:r>
              <a:rPr lang="en-US" dirty="0"/>
              <a:t> various network, application and DEM based tools to assist with troubleshoot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Provide executive level reporting for overall network and security performance 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50486-938C-4970-9189-48ACDF016C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Visibility – Operational and executive visibility with full context  </a:t>
            </a:r>
          </a:p>
        </p:txBody>
      </p:sp>
    </p:spTree>
    <p:extLst>
      <p:ext uri="{BB962C8B-B14F-4D97-AF65-F5344CB8AC3E}">
        <p14:creationId xmlns:p14="http://schemas.microsoft.com/office/powerpoint/2010/main" val="79521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2F8A-98B6-C5C5-AAA8-5B3BE4503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788F-B59C-8846-1FDC-EA62A5AD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483BA-6F84-9A58-4F25-88EFA82E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220" y="1121407"/>
            <a:ext cx="1156110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Description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/>
              <a:t>Simulate resolution of user reported performance issue.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Utilise</a:t>
            </a:r>
            <a:r>
              <a:rPr lang="en-US" dirty="0"/>
              <a:t> various network, application and DEM based tools to assist with troubleshoot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Provide executive level reporting for overall network and security performance 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E3FE5-FFB5-FE1B-241A-476F7EAB0A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Visibility – Operational and executive visibility with full context  </a:t>
            </a:r>
          </a:p>
        </p:txBody>
      </p:sp>
    </p:spTree>
    <p:extLst>
      <p:ext uri="{BB962C8B-B14F-4D97-AF65-F5344CB8AC3E}">
        <p14:creationId xmlns:p14="http://schemas.microsoft.com/office/powerpoint/2010/main" val="4024777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6.potx" id="{C0F50A09-C38A-4BC0-AD93-17F5AD48579C}" vid="{DC00E7B4-0CF7-47E3-99ED-6FD79A8958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0" ma:contentTypeDescription="Create a new document." ma:contentTypeScope="" ma:versionID="08fb6b4fc3b47eae18c5a7f5b3886d77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43abeb6f895ee604ecbf81a58d4d4871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5da3514-3b6b-4ccd-bd93-9b0746cba409">
      <UserInfo>
        <DisplayName>Sharon Halbani</DisplayName>
        <AccountId>832</AccountId>
        <AccountType/>
      </UserInfo>
    </SharedWithUsers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_Flow_SignoffStatus xmlns="59af04aa-14d6-4764-88c2-31407ba52b8d" xsi:nil="true"/>
  </documentManagement>
</p:properties>
</file>

<file path=customXml/itemProps1.xml><?xml version="1.0" encoding="utf-8"?>
<ds:datastoreItem xmlns:ds="http://schemas.openxmlformats.org/officeDocument/2006/customXml" ds:itemID="{0F6E8073-7520-4AAC-B517-E82C6E7DF3F3}"/>
</file>

<file path=customXml/itemProps2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8E23FD-1D3C-4B77-BD11-3F1EF586A9C7}">
  <ds:schemaRefs>
    <ds:schemaRef ds:uri="http://schemas.microsoft.com/office/2006/metadata/properties"/>
    <ds:schemaRef ds:uri="59af04aa-14d6-4764-88c2-31407ba52b8d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d5da3514-3b6b-4ccd-bd93-9b0746cba409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7302</TotalTime>
  <Words>121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Customer name** objectives</vt:lpstr>
      <vt:lpstr>Visibility </vt:lpstr>
      <vt:lpstr>Use case X</vt:lpstr>
      <vt:lpstr>How 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Tony Stalker</cp:lastModifiedBy>
  <cp:revision>2</cp:revision>
  <dcterms:created xsi:type="dcterms:W3CDTF">2024-09-17T11:17:58Z</dcterms:created>
  <dcterms:modified xsi:type="dcterms:W3CDTF">2025-11-14T11:00:03Z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