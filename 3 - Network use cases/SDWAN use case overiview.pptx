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3707" r:id="rId5"/>
    <p:sldId id="258" r:id="rId6"/>
    <p:sldId id="3710" r:id="rId7"/>
    <p:sldId id="371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8"/>
    <p:restoredTop sz="62397"/>
  </p:normalViewPr>
  <p:slideViewPr>
    <p:cSldViewPr snapToGrid="0">
      <p:cViewPr varScale="1">
        <p:scale>
          <a:sx n="76" d="100"/>
          <a:sy n="76" d="100"/>
        </p:scale>
        <p:origin x="218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Stalker" userId="bf9b65f5-c969-497d-9e20-5b2e72fd07bf" providerId="ADAL" clId="{43C1C026-0DEF-533E-9438-13A95D4BD409}"/>
    <pc:docChg chg="modSld">
      <pc:chgData name="Tony Stalker" userId="bf9b65f5-c969-497d-9e20-5b2e72fd07bf" providerId="ADAL" clId="{43C1C026-0DEF-533E-9438-13A95D4BD409}" dt="2025-11-20T14:09:35.272" v="50" actId="20577"/>
      <pc:docMkLst>
        <pc:docMk/>
      </pc:docMkLst>
      <pc:sldChg chg="modSp mod">
        <pc:chgData name="Tony Stalker" userId="bf9b65f5-c969-497d-9e20-5b2e72fd07bf" providerId="ADAL" clId="{43C1C026-0DEF-533E-9438-13A95D4BD409}" dt="2025-11-20T14:09:35.272" v="50" actId="20577"/>
        <pc:sldMkLst>
          <pc:docMk/>
          <pc:sldMk cId="312643192" sldId="258"/>
        </pc:sldMkLst>
        <pc:spChg chg="mod">
          <ac:chgData name="Tony Stalker" userId="bf9b65f5-c969-497d-9e20-5b2e72fd07bf" providerId="ADAL" clId="{43C1C026-0DEF-533E-9438-13A95D4BD409}" dt="2025-11-20T13:55:48.386" v="29" actId="20577"/>
          <ac:spMkLst>
            <pc:docMk/>
            <pc:sldMk cId="312643192" sldId="258"/>
            <ac:spMk id="3" creationId="{E0F7FFC9-E698-6936-5341-493C7A203C87}"/>
          </ac:spMkLst>
        </pc:spChg>
        <pc:spChg chg="mod">
          <ac:chgData name="Tony Stalker" userId="bf9b65f5-c969-497d-9e20-5b2e72fd07bf" providerId="ADAL" clId="{43C1C026-0DEF-533E-9438-13A95D4BD409}" dt="2025-11-20T14:09:35.272" v="50" actId="20577"/>
          <ac:spMkLst>
            <pc:docMk/>
            <pc:sldMk cId="312643192" sldId="258"/>
            <ac:spMk id="5" creationId="{58B1D187-D362-4B73-AD63-B3D432410318}"/>
          </ac:spMkLst>
        </pc:spChg>
      </pc:sldChg>
      <pc:sldChg chg="modSp mod">
        <pc:chgData name="Tony Stalker" userId="bf9b65f5-c969-497d-9e20-5b2e72fd07bf" providerId="ADAL" clId="{43C1C026-0DEF-533E-9438-13A95D4BD409}" dt="2025-11-20T13:55:38.514" v="26" actId="20577"/>
        <pc:sldMkLst>
          <pc:docMk/>
          <pc:sldMk cId="2417664883" sldId="3707"/>
        </pc:sldMkLst>
        <pc:spChg chg="mod">
          <ac:chgData name="Tony Stalker" userId="bf9b65f5-c969-497d-9e20-5b2e72fd07bf" providerId="ADAL" clId="{43C1C026-0DEF-533E-9438-13A95D4BD409}" dt="2025-11-20T13:55:31.521" v="5" actId="20577"/>
          <ac:spMkLst>
            <pc:docMk/>
            <pc:sldMk cId="2417664883" sldId="3707"/>
            <ac:spMk id="4" creationId="{62051145-21E8-47F6-BBCA-EF759715C550}"/>
          </ac:spMkLst>
        </pc:spChg>
        <pc:spChg chg="mod">
          <ac:chgData name="Tony Stalker" userId="bf9b65f5-c969-497d-9e20-5b2e72fd07bf" providerId="ADAL" clId="{43C1C026-0DEF-533E-9438-13A95D4BD409}" dt="2025-11-20T13:55:38.514" v="26" actId="20577"/>
          <ac:spMkLst>
            <pc:docMk/>
            <pc:sldMk cId="2417664883" sldId="3707"/>
            <ac:spMk id="5" creationId="{2EBFD940-E0AB-4011-8B15-F575C0A459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CB17-974E-494A-9109-E30C7318F43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026F-5CEC-4793-872F-B7F99F4A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F026F-5CEC-4793-872F-B7F99F4A2D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6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98B3-0054-1A56-F30A-82C6E908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2B479-8DBB-88A0-A937-EDC3A6FDA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AB48C-6ED6-6290-D41F-D423D8D98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5FCC0-EAD5-7381-D7A5-6FF1D17AA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F026F-5CEC-4793-872F-B7F99F4A2D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40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emf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emf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3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11/20/25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20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 userDrawn="1"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 userDrawn="1"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 userDrawn="1"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 userDrawn="1"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 userDrawn="1"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 userDrawn="1"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 userDrawn="1"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 userDrawn="1"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 userDrawn="1"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 userDrawn="1"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2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920" y="1753277"/>
            <a:ext cx="7331806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2349459"/>
            <a:ext cx="7334250" cy="353538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79165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7527A84-62A5-40F8-9ABB-C2EE3BC821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2" r:id="rId4"/>
    <p:sldLayoutId id="2147483652" r:id="rId5"/>
    <p:sldLayoutId id="2147483663" r:id="rId6"/>
    <p:sldLayoutId id="2147483664" r:id="rId7"/>
    <p:sldLayoutId id="2147483665" r:id="rId8"/>
    <p:sldLayoutId id="2147483668" r:id="rId9"/>
    <p:sldLayoutId id="214748366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051145-21E8-47F6-BBCA-EF759715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795"/>
            <a:ext cx="8626475" cy="840230"/>
          </a:xfrm>
        </p:spPr>
        <p:txBody>
          <a:bodyPr/>
          <a:lstStyle/>
          <a:p>
            <a:r>
              <a:rPr lang="en-US" dirty="0"/>
              <a:t>SD-WAN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FD940-E0AB-4011-8B15-F575C0A4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Global Private 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6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Agility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Moving from MPLS/VPLS to any to an elegant future network design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cs typeface="Calibri"/>
              </a:rPr>
              <a:t>From legacy to cloud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Speed of deployment/integration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Converged approach to unify and simplify target operational model</a:t>
            </a:r>
            <a:endParaRPr lang="en-US" dirty="0"/>
          </a:p>
          <a:p>
            <a:pPr marL="228600" lvl="1" indent="0">
              <a:buNone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7FFC9-E698-6936-5341-493C7A20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249684"/>
            <a:ext cx="11561105" cy="424732"/>
          </a:xfrm>
        </p:spPr>
        <p:txBody>
          <a:bodyPr/>
          <a:lstStyle/>
          <a:p>
            <a:r>
              <a:rPr lang="en-US" dirty="0">
                <a:cs typeface="Calibri"/>
              </a:rPr>
              <a:t>Overview of Business Objective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D0FA98-4566-4E9D-8CA9-507C68C9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1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Key Benefits </a:t>
            </a:r>
          </a:p>
          <a:p>
            <a:r>
              <a:rPr lang="en-US" dirty="0"/>
              <a:t>Bring off-net sites on-net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Deployment with ease and at scale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Decrease operational time to value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Typically used for M&amp;A/initial deployment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Description</a:t>
            </a:r>
            <a:endParaRPr lang="en-US" b="1" dirty="0">
              <a:ea typeface="Calibri"/>
              <a:cs typeface="Calibri"/>
            </a:endParaRPr>
          </a:p>
          <a:p>
            <a:r>
              <a:rPr lang="en-US" dirty="0"/>
              <a:t>Deploy x number of sites using Cato API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Integrate with Entra for user provisioning and identity awareness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Utilize usernames within network policies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9D08E8-AF6A-4C26-A003-EE4EC2011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/>
              <a:t>Agility – Connect quickly from anywhere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08528-32A1-3B67-8409-9D5B11389FB8}"/>
              </a:ext>
            </a:extLst>
          </p:cNvPr>
          <p:cNvSpPr txBox="1"/>
          <p:nvPr/>
        </p:nvSpPr>
        <p:spPr>
          <a:xfrm>
            <a:off x="11929241" y="61170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98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B9E22-C240-3D1B-558B-39C65E05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73E480-856B-E5F1-AA81-C9BF4DC1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this demo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D5E07C-0D5B-1E1A-ACC0-5583524D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Create site details xml</a:t>
            </a: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Run in terraform </a:t>
            </a: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Confirm site creation in CMA</a:t>
            </a: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D54DAD-F9B3-5C40-998B-1ABEE29809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0D8F6E-B468-696B-934E-CD2DAED67841}"/>
              </a:ext>
            </a:extLst>
          </p:cNvPr>
          <p:cNvSpPr txBox="1"/>
          <p:nvPr/>
        </p:nvSpPr>
        <p:spPr>
          <a:xfrm>
            <a:off x="11929241" y="61170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6.potx" id="{C0F50A09-C38A-4BC0-AD93-17F5AD48579C}" vid="{DC00E7B4-0CF7-47E3-99ED-6FD79A8958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5da3514-3b6b-4ccd-bd93-9b0746cba409">
      <UserInfo>
        <DisplayName>Sharon Halbani</DisplayName>
        <AccountId>832</AccountId>
        <AccountType/>
      </UserInfo>
    </SharedWithUsers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_Flow_SignoffStatus xmlns="59af04aa-14d6-4764-88c2-31407ba52b8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0" ma:contentTypeDescription="Create a new document." ma:contentTypeScope="" ma:versionID="08fb6b4fc3b47eae18c5a7f5b3886d77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43abeb6f895ee604ecbf81a58d4d4871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8E23FD-1D3C-4B77-BD11-3F1EF586A9C7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d5da3514-3b6b-4ccd-bd93-9b0746cba409"/>
    <ds:schemaRef ds:uri="http://schemas.microsoft.com/office/2006/metadata/properties"/>
    <ds:schemaRef ds:uri="http://purl.org/dc/elements/1.1/"/>
    <ds:schemaRef ds:uri="http://schemas.microsoft.com/office/infopath/2007/PartnerControls"/>
    <ds:schemaRef ds:uri="59af04aa-14d6-4764-88c2-31407ba52b8d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00B76D7-C0C3-42FF-97C1-EF20CF65F7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6D7497-CA79-4D7C-8BDA-F1E313DD1C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af04aa-14d6-4764-88c2-31407ba52b8d"/>
    <ds:schemaRef ds:uri="d5da3514-3b6b-4ccd-bd93-9b0746cba4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7330</TotalTime>
  <Words>118</Words>
  <Application>Microsoft Macintosh PowerPoint</Application>
  <PresentationFormat>Widescreen</PresentationFormat>
  <Paragraphs>30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Wingdings</vt:lpstr>
      <vt:lpstr>Office Theme</vt:lpstr>
      <vt:lpstr>SD-WAN </vt:lpstr>
      <vt:lpstr>Overview of Business Objective</vt:lpstr>
      <vt:lpstr>Use case 1 </vt:lpstr>
      <vt:lpstr>How to run this demo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Huggins</dc:creator>
  <cp:lastModifiedBy>Tony Stalker</cp:lastModifiedBy>
  <cp:revision>3</cp:revision>
  <dcterms:created xsi:type="dcterms:W3CDTF">2024-09-17T11:17:58Z</dcterms:created>
  <dcterms:modified xsi:type="dcterms:W3CDTF">2025-11-20T14:09:37Z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