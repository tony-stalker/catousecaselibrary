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3707" r:id="rId5"/>
    <p:sldId id="258" r:id="rId6"/>
    <p:sldId id="3710" r:id="rId7"/>
    <p:sldId id="37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3"/>
    <p:restoredTop sz="62428"/>
  </p:normalViewPr>
  <p:slideViewPr>
    <p:cSldViewPr snapToGrid="0">
      <p:cViewPr varScale="1">
        <p:scale>
          <a:sx n="72" d="100"/>
          <a:sy n="72" d="100"/>
        </p:scale>
        <p:origin x="240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F026F-5CEC-4793-872F-B7F99F4A2D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6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98B3-0054-1A56-F30A-82C6E908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2B479-8DBB-88A0-A937-EDC3A6FDA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AB48C-6ED6-6290-D41F-D423D8D98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5FCC0-EAD5-7381-D7A5-6FF1D17AA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F026F-5CEC-4793-872F-B7F99F4A2D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40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emf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3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051145-21E8-47F6-BBCA-EF75971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795"/>
            <a:ext cx="8626475" cy="840230"/>
          </a:xfrm>
        </p:spPr>
        <p:txBody>
          <a:bodyPr/>
          <a:lstStyle/>
          <a:p>
            <a:r>
              <a:rPr lang="en-US"/>
              <a:t>Agility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FD940-E0AB-4011-8B15-F575C0A4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Enhance M&amp;A responsiveness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6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Agility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Moving from MPLS to any to an elegant future network design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cs typeface="Calibri"/>
              </a:rPr>
              <a:t>From legacy to cloud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Speed of integration and future proofing for M+A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Converged approach to unify and simplify target operational model</a:t>
            </a:r>
            <a:endParaRPr lang="en-US" dirty="0"/>
          </a:p>
          <a:p>
            <a:pPr marL="228600" lvl="1" indent="0">
              <a:buNone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7FFC9-E698-6936-5341-493C7A20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249684"/>
            <a:ext cx="11561105" cy="424732"/>
          </a:xfrm>
        </p:spPr>
        <p:txBody>
          <a:bodyPr/>
          <a:lstStyle/>
          <a:p>
            <a:r>
              <a:rPr lang="en-US" dirty="0">
                <a:cs typeface="Calibri"/>
              </a:rPr>
              <a:t>Overview of business objective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D0FA98-4566-4E9D-8CA9-507C68C9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1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Key Benefits </a:t>
            </a:r>
          </a:p>
          <a:p>
            <a:r>
              <a:rPr lang="en-US" dirty="0"/>
              <a:t>Bring off-net sites on-net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Deployment with ease and at scale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Decrease operational time to value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Typically used for M&amp;A/initial deployment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Description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/>
              <a:t>Deploy x number of sites using Cato API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Integrate with Entra for user provisioning and identity awareness 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Utilize usernames within network policies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9D08E8-AF6A-4C26-A003-EE4EC2011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dirty="0"/>
              <a:t>Agility – Connect quickly from anywhere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8528-32A1-3B67-8409-9D5B11389FB8}"/>
              </a:ext>
            </a:extLst>
          </p:cNvPr>
          <p:cNvSpPr txBox="1"/>
          <p:nvPr/>
        </p:nvSpPr>
        <p:spPr>
          <a:xfrm>
            <a:off x="11929241" y="61170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9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B9E22-C240-3D1B-558B-39C65E05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73E480-856B-E5F1-AA81-C9BF4DC1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this demo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D5E07C-0D5B-1E1A-ACC0-5583524D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Create site details xml</a:t>
            </a: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Run in terraform </a:t>
            </a: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Confirm site creation in CMA</a:t>
            </a: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D54DAD-F9B3-5C40-998B-1ABEE29809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0D8F6E-B468-696B-934E-CD2DAED67841}"/>
              </a:ext>
            </a:extLst>
          </p:cNvPr>
          <p:cNvSpPr txBox="1"/>
          <p:nvPr/>
        </p:nvSpPr>
        <p:spPr>
          <a:xfrm>
            <a:off x="11929241" y="61170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6.potx" id="{C0F50A09-C38A-4BC0-AD93-17F5AD48579C}" vid="{DC00E7B4-0CF7-47E3-99ED-6FD79A8958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0" ma:contentTypeDescription="Create a new document." ma:contentTypeScope="" ma:versionID="3a9d07db75eae5e93368a66dd9af4942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ea9c9feb99b11f611c6593e49cded2de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5da3514-3b6b-4ccd-bd93-9b0746cba409">
      <UserInfo>
        <DisplayName>Sharon Halbani</DisplayName>
        <AccountId>832</AccountId>
        <AccountType/>
      </UserInfo>
    </SharedWithUsers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_Flow_SignoffStatus xmlns="59af04aa-14d6-4764-88c2-31407ba52b8d" xsi:nil="true"/>
  </documentManagement>
</p:properties>
</file>

<file path=customXml/itemProps1.xml><?xml version="1.0" encoding="utf-8"?>
<ds:datastoreItem xmlns:ds="http://schemas.openxmlformats.org/officeDocument/2006/customXml" ds:itemID="{69646062-936B-4DFA-8E6F-FDA910EEC08B}"/>
</file>

<file path=customXml/itemProps2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8E23FD-1D3C-4B77-BD11-3F1EF586A9C7}">
  <ds:schemaRefs>
    <ds:schemaRef ds:uri="http://www.w3.org/XML/1998/namespace"/>
    <ds:schemaRef ds:uri="95fa5f4f-e043-43eb-ac46-626158dec0a8"/>
    <ds:schemaRef ds:uri="http://purl.org/dc/elements/1.1/"/>
    <ds:schemaRef ds:uri="http://schemas.microsoft.com/office/infopath/2007/PartnerControls"/>
    <ds:schemaRef ds:uri="5c1d4f2b-d8fd-4383-87e8-8b5ebbd8f45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7309</TotalTime>
  <Words>123</Words>
  <Application>Microsoft Macintosh PowerPoint</Application>
  <PresentationFormat>Widescreen</PresentationFormat>
  <Paragraphs>30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Wingdings</vt:lpstr>
      <vt:lpstr>Office Theme</vt:lpstr>
      <vt:lpstr>Agility </vt:lpstr>
      <vt:lpstr>Overview of business objective</vt:lpstr>
      <vt:lpstr>Use case 1 </vt:lpstr>
      <vt:lpstr>How to run this 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Aaron Huggins</cp:lastModifiedBy>
  <cp:revision>3</cp:revision>
  <dcterms:created xsi:type="dcterms:W3CDTF">2024-09-17T11:17:58Z</dcterms:created>
  <dcterms:modified xsi:type="dcterms:W3CDTF">2025-11-10T12:19:56Z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