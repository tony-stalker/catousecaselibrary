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9"/>
  </p:notesMasterIdLst>
  <p:sldIdLst>
    <p:sldId id="3712" r:id="rId5"/>
    <p:sldId id="3714" r:id="rId6"/>
    <p:sldId id="1288" r:id="rId7"/>
    <p:sldId id="258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73"/>
    <p:restoredTop sz="94653"/>
  </p:normalViewPr>
  <p:slideViewPr>
    <p:cSldViewPr snapToGrid="0">
      <p:cViewPr varScale="1">
        <p:scale>
          <a:sx n="97" d="100"/>
          <a:sy n="97" d="100"/>
        </p:scale>
        <p:origin x="232" y="544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tableStyles" Target="tableStyle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theme" Target="theme/theme1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viewProps" Target="viewProps.xml"/><Relationship Id="rId5" Type="http://schemas.openxmlformats.org/officeDocument/2006/relationships/slide" Target="slides/slide1.xml"/><Relationship Id="rId10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notesMaster" Target="notesMasters/notesMaster1.xml"/><Relationship Id="rId14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aron Huggins" userId="c4f6da8f-7feb-47d3-883f-6d22cf7f492d" providerId="ADAL" clId="{843548F4-5DD4-59BB-B8FE-5C2F1230FDFA}"/>
    <pc:docChg chg="custSel addSld delSld modSld sldOrd">
      <pc:chgData name="Aaron Huggins" userId="c4f6da8f-7feb-47d3-883f-6d22cf7f492d" providerId="ADAL" clId="{843548F4-5DD4-59BB-B8FE-5C2F1230FDFA}" dt="2025-11-10T12:29:27.783" v="203" actId="20577"/>
      <pc:docMkLst>
        <pc:docMk/>
      </pc:docMkLst>
      <pc:sldChg chg="del">
        <pc:chgData name="Aaron Huggins" userId="c4f6da8f-7feb-47d3-883f-6d22cf7f492d" providerId="ADAL" clId="{843548F4-5DD4-59BB-B8FE-5C2F1230FDFA}" dt="2025-11-10T12:26:15.198" v="0" actId="2696"/>
        <pc:sldMkLst>
          <pc:docMk/>
          <pc:sldMk cId="3532354212" sldId="256"/>
        </pc:sldMkLst>
      </pc:sldChg>
      <pc:sldChg chg="del">
        <pc:chgData name="Aaron Huggins" userId="c4f6da8f-7feb-47d3-883f-6d22cf7f492d" providerId="ADAL" clId="{843548F4-5DD4-59BB-B8FE-5C2F1230FDFA}" dt="2025-11-10T12:26:15.198" v="0" actId="2696"/>
        <pc:sldMkLst>
          <pc:docMk/>
          <pc:sldMk cId="3712427763" sldId="257"/>
        </pc:sldMkLst>
      </pc:sldChg>
      <pc:sldChg chg="modSp mod ord">
        <pc:chgData name="Aaron Huggins" userId="c4f6da8f-7feb-47d3-883f-6d22cf7f492d" providerId="ADAL" clId="{843548F4-5DD4-59BB-B8FE-5C2F1230FDFA}" dt="2025-11-10T12:29:27.783" v="203" actId="20577"/>
        <pc:sldMkLst>
          <pc:docMk/>
          <pc:sldMk cId="312643192" sldId="258"/>
        </pc:sldMkLst>
        <pc:spChg chg="mod">
          <ac:chgData name="Aaron Huggins" userId="c4f6da8f-7feb-47d3-883f-6d22cf7f492d" providerId="ADAL" clId="{843548F4-5DD4-59BB-B8FE-5C2F1230FDFA}" dt="2025-11-10T12:29:25.873" v="202" actId="20577"/>
          <ac:spMkLst>
            <pc:docMk/>
            <pc:sldMk cId="312643192" sldId="258"/>
            <ac:spMk id="3" creationId="{E0F7FFC9-E698-6936-5341-493C7A203C87}"/>
          </ac:spMkLst>
        </pc:spChg>
        <pc:spChg chg="mod">
          <ac:chgData name="Aaron Huggins" userId="c4f6da8f-7feb-47d3-883f-6d22cf7f492d" providerId="ADAL" clId="{843548F4-5DD4-59BB-B8FE-5C2F1230FDFA}" dt="2025-11-10T12:29:27.783" v="203" actId="20577"/>
          <ac:spMkLst>
            <pc:docMk/>
            <pc:sldMk cId="312643192" sldId="258"/>
            <ac:spMk id="5" creationId="{58B1D187-D362-4B73-AD63-B3D432410318}"/>
          </ac:spMkLst>
        </pc:spChg>
      </pc:sldChg>
      <pc:sldChg chg="del">
        <pc:chgData name="Aaron Huggins" userId="c4f6da8f-7feb-47d3-883f-6d22cf7f492d" providerId="ADAL" clId="{843548F4-5DD4-59BB-B8FE-5C2F1230FDFA}" dt="2025-11-10T12:28:26.232" v="189" actId="2696"/>
        <pc:sldMkLst>
          <pc:docMk/>
          <pc:sldMk cId="795215173" sldId="259"/>
        </pc:sldMkLst>
      </pc:sldChg>
      <pc:sldChg chg="del">
        <pc:chgData name="Aaron Huggins" userId="c4f6da8f-7feb-47d3-883f-6d22cf7f492d" providerId="ADAL" clId="{843548F4-5DD4-59BB-B8FE-5C2F1230FDFA}" dt="2025-11-10T12:28:38.427" v="191" actId="2696"/>
        <pc:sldMkLst>
          <pc:docMk/>
          <pc:sldMk cId="302423315" sldId="260"/>
        </pc:sldMkLst>
      </pc:sldChg>
      <pc:sldChg chg="del">
        <pc:chgData name="Aaron Huggins" userId="c4f6da8f-7feb-47d3-883f-6d22cf7f492d" providerId="ADAL" clId="{843548F4-5DD4-59BB-B8FE-5C2F1230FDFA}" dt="2025-11-10T12:28:26.232" v="189" actId="2696"/>
        <pc:sldMkLst>
          <pc:docMk/>
          <pc:sldMk cId="2417664883" sldId="3707"/>
        </pc:sldMkLst>
      </pc:sldChg>
      <pc:sldChg chg="del">
        <pc:chgData name="Aaron Huggins" userId="c4f6da8f-7feb-47d3-883f-6d22cf7f492d" providerId="ADAL" clId="{843548F4-5DD4-59BB-B8FE-5C2F1230FDFA}" dt="2025-11-10T12:28:26.232" v="189" actId="2696"/>
        <pc:sldMkLst>
          <pc:docMk/>
          <pc:sldMk cId="619052234" sldId="3708"/>
        </pc:sldMkLst>
      </pc:sldChg>
      <pc:sldChg chg="del">
        <pc:chgData name="Aaron Huggins" userId="c4f6da8f-7feb-47d3-883f-6d22cf7f492d" providerId="ADAL" clId="{843548F4-5DD4-59BB-B8FE-5C2F1230FDFA}" dt="2025-11-10T12:28:26.232" v="189" actId="2696"/>
        <pc:sldMkLst>
          <pc:docMk/>
          <pc:sldMk cId="2742448637" sldId="3709"/>
        </pc:sldMkLst>
      </pc:sldChg>
      <pc:sldChg chg="del">
        <pc:chgData name="Aaron Huggins" userId="c4f6da8f-7feb-47d3-883f-6d22cf7f492d" providerId="ADAL" clId="{843548F4-5DD4-59BB-B8FE-5C2F1230FDFA}" dt="2025-11-10T12:28:26.232" v="189" actId="2696"/>
        <pc:sldMkLst>
          <pc:docMk/>
          <pc:sldMk cId="3416998001" sldId="3710"/>
        </pc:sldMkLst>
      </pc:sldChg>
      <pc:sldChg chg="del">
        <pc:chgData name="Aaron Huggins" userId="c4f6da8f-7feb-47d3-883f-6d22cf7f492d" providerId="ADAL" clId="{843548F4-5DD4-59BB-B8FE-5C2F1230FDFA}" dt="2025-11-10T12:28:26.232" v="189" actId="2696"/>
        <pc:sldMkLst>
          <pc:docMk/>
          <pc:sldMk cId="1762530399" sldId="3711"/>
        </pc:sldMkLst>
      </pc:sldChg>
      <pc:sldChg chg="ord">
        <pc:chgData name="Aaron Huggins" userId="c4f6da8f-7feb-47d3-883f-6d22cf7f492d" providerId="ADAL" clId="{843548F4-5DD4-59BB-B8FE-5C2F1230FDFA}" dt="2025-11-10T12:28:29.308" v="190" actId="20578"/>
        <pc:sldMkLst>
          <pc:docMk/>
          <pc:sldMk cId="689001664" sldId="3712"/>
        </pc:sldMkLst>
      </pc:sldChg>
      <pc:sldChg chg="add del">
        <pc:chgData name="Aaron Huggins" userId="c4f6da8f-7feb-47d3-883f-6d22cf7f492d" providerId="ADAL" clId="{843548F4-5DD4-59BB-B8FE-5C2F1230FDFA}" dt="2025-11-10T12:29:18.390" v="194" actId="2696"/>
        <pc:sldMkLst>
          <pc:docMk/>
          <pc:sldMk cId="1968959436" sldId="3713"/>
        </pc:sldMkLst>
      </pc:sldChg>
      <pc:sldChg chg="add">
        <pc:chgData name="Aaron Huggins" userId="c4f6da8f-7feb-47d3-883f-6d22cf7f492d" providerId="ADAL" clId="{843548F4-5DD4-59BB-B8FE-5C2F1230FDFA}" dt="2025-11-10T12:29:15.674" v="193" actId="2890"/>
        <pc:sldMkLst>
          <pc:docMk/>
          <pc:sldMk cId="1621272900" sldId="3714"/>
        </pc:sldMkLst>
      </pc:sldChg>
      <pc:sldChg chg="del">
        <pc:chgData name="Aaron Huggins" userId="c4f6da8f-7feb-47d3-883f-6d22cf7f492d" providerId="ADAL" clId="{843548F4-5DD4-59BB-B8FE-5C2F1230FDFA}" dt="2025-11-10T12:28:26.232" v="189" actId="2696"/>
        <pc:sldMkLst>
          <pc:docMk/>
          <pc:sldMk cId="4026828662" sldId="2076137607"/>
        </pc:sldMkLst>
      </pc:sldChg>
      <pc:sldChg chg="del">
        <pc:chgData name="Aaron Huggins" userId="c4f6da8f-7feb-47d3-883f-6d22cf7f492d" providerId="ADAL" clId="{843548F4-5DD4-59BB-B8FE-5C2F1230FDFA}" dt="2025-11-10T12:28:26.232" v="189" actId="2696"/>
        <pc:sldMkLst>
          <pc:docMk/>
          <pc:sldMk cId="1080104737" sldId="2076138117"/>
        </pc:sldMkLst>
      </pc:sldChg>
      <pc:sldChg chg="del">
        <pc:chgData name="Aaron Huggins" userId="c4f6da8f-7feb-47d3-883f-6d22cf7f492d" providerId="ADAL" clId="{843548F4-5DD4-59BB-B8FE-5C2F1230FDFA}" dt="2025-11-10T12:28:26.232" v="189" actId="2696"/>
        <pc:sldMkLst>
          <pc:docMk/>
          <pc:sldMk cId="2039762465" sldId="2145873381"/>
        </pc:sldMkLst>
      </pc:sldChg>
      <pc:sldMasterChg chg="delSldLayout">
        <pc:chgData name="Aaron Huggins" userId="c4f6da8f-7feb-47d3-883f-6d22cf7f492d" providerId="ADAL" clId="{843548F4-5DD4-59BB-B8FE-5C2F1230FDFA}" dt="2025-11-10T12:28:26.232" v="189" actId="2696"/>
        <pc:sldMasterMkLst>
          <pc:docMk/>
          <pc:sldMasterMk cId="688934115" sldId="2147483648"/>
        </pc:sldMasterMkLst>
        <pc:sldLayoutChg chg="del">
          <pc:chgData name="Aaron Huggins" userId="c4f6da8f-7feb-47d3-883f-6d22cf7f492d" providerId="ADAL" clId="{843548F4-5DD4-59BB-B8FE-5C2F1230FDFA}" dt="2025-11-10T12:28:26.232" v="189" actId="2696"/>
          <pc:sldLayoutMkLst>
            <pc:docMk/>
            <pc:sldMasterMk cId="688934115" sldId="2147483648"/>
            <pc:sldLayoutMk cId="1796073182" sldId="2147483670"/>
          </pc:sldLayoutMkLst>
        </pc:sldLayoutChg>
      </pc:sldMaster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357CB17-974E-494A-9109-E30C7318F43A}" type="datetimeFigureOut">
              <a:rPr lang="en-US" smtClean="0"/>
              <a:t>11/10/25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74F026F-5CEC-4793-872F-B7F99F4A2DB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745784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4ADEB05-5168-4175-A66F-2235235D7F1A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098991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svg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13" Type="http://schemas.openxmlformats.org/officeDocument/2006/relationships/image" Target="../media/image17.png"/><Relationship Id="rId18" Type="http://schemas.openxmlformats.org/officeDocument/2006/relationships/image" Target="../media/image22.png"/><Relationship Id="rId3" Type="http://schemas.openxmlformats.org/officeDocument/2006/relationships/image" Target="../media/image7.emf"/><Relationship Id="rId21" Type="http://schemas.openxmlformats.org/officeDocument/2006/relationships/image" Target="../media/image25.png"/><Relationship Id="rId7" Type="http://schemas.openxmlformats.org/officeDocument/2006/relationships/image" Target="../media/image11.png"/><Relationship Id="rId12" Type="http://schemas.openxmlformats.org/officeDocument/2006/relationships/image" Target="../media/image16.png"/><Relationship Id="rId17" Type="http://schemas.openxmlformats.org/officeDocument/2006/relationships/image" Target="../media/image21.png"/><Relationship Id="rId2" Type="http://schemas.openxmlformats.org/officeDocument/2006/relationships/image" Target="../media/image6.emf"/><Relationship Id="rId16" Type="http://schemas.openxmlformats.org/officeDocument/2006/relationships/image" Target="../media/image20.png"/><Relationship Id="rId20" Type="http://schemas.openxmlformats.org/officeDocument/2006/relationships/image" Target="../media/image24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10.png"/><Relationship Id="rId11" Type="http://schemas.openxmlformats.org/officeDocument/2006/relationships/image" Target="../media/image15.png"/><Relationship Id="rId5" Type="http://schemas.openxmlformats.org/officeDocument/2006/relationships/image" Target="../media/image9.png"/><Relationship Id="rId15" Type="http://schemas.openxmlformats.org/officeDocument/2006/relationships/image" Target="../media/image19.png"/><Relationship Id="rId10" Type="http://schemas.openxmlformats.org/officeDocument/2006/relationships/image" Target="../media/image14.png"/><Relationship Id="rId19" Type="http://schemas.openxmlformats.org/officeDocument/2006/relationships/image" Target="../media/image23.png"/><Relationship Id="rId4" Type="http://schemas.openxmlformats.org/officeDocument/2006/relationships/image" Target="../media/image8.png"/><Relationship Id="rId9" Type="http://schemas.openxmlformats.org/officeDocument/2006/relationships/image" Target="../media/image13.png"/><Relationship Id="rId14" Type="http://schemas.openxmlformats.org/officeDocument/2006/relationships/image" Target="../media/image18.png"/><Relationship Id="rId22" Type="http://schemas.openxmlformats.org/officeDocument/2006/relationships/image" Target="../media/image26.png"/></Relationships>
</file>

<file path=ppt/slideLayouts/_rels/slideLayout7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27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32.emf"/><Relationship Id="rId3" Type="http://schemas.openxmlformats.org/officeDocument/2006/relationships/hyperlink" Target="https://www.facebook.com/CatoNetworks/" TargetMode="External"/><Relationship Id="rId7" Type="http://schemas.openxmlformats.org/officeDocument/2006/relationships/hyperlink" Target="https://twitter.com/CatoNetworks" TargetMode="External"/><Relationship Id="rId2" Type="http://schemas.openxmlformats.org/officeDocument/2006/relationships/image" Target="../media/image29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31.emf"/><Relationship Id="rId5" Type="http://schemas.openxmlformats.org/officeDocument/2006/relationships/hyperlink" Target="https://www.linkedin.com/company/cato-networks/" TargetMode="External"/><Relationship Id="rId4" Type="http://schemas.openxmlformats.org/officeDocument/2006/relationships/image" Target="../media/image30.emf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EC0BC0D-94C3-40D0-9E20-4DAC94B139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44D272-7787-42F5-8E85-5772E5920C77}" type="datetimeFigureOut">
              <a:rPr lang="en-US" smtClean="0"/>
              <a:t>11/10/25</a:t>
            </a:fld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EB6395E8-8E25-4945-9EE5-D8B4D541F316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0"/>
            <a:ext cx="12191999" cy="6857999"/>
          </a:xfrm>
          <a:prstGeom prst="rect">
            <a:avLst/>
          </a:prstGeom>
        </p:spPr>
      </p:pic>
      <p:pic>
        <p:nvPicPr>
          <p:cNvPr id="8" name="Graphic 7">
            <a:extLst>
              <a:ext uri="{FF2B5EF4-FFF2-40B4-BE49-F238E27FC236}">
                <a16:creationId xmlns:a16="http://schemas.microsoft.com/office/drawing/2014/main" id="{75747591-AC59-42CB-980E-33E4403291EF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65760" y="365760"/>
            <a:ext cx="1290196" cy="643089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2C6E0CF3-E19D-4C66-B453-5E0745350EC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66800" y="1831533"/>
            <a:ext cx="9144000" cy="840230"/>
          </a:xfrm>
        </p:spPr>
        <p:txBody>
          <a:bodyPr anchor="b"/>
          <a:lstStyle>
            <a:lvl1pPr algn="l">
              <a:defRPr sz="5400" b="1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275A7E2-CF45-41D8-8207-D721E22890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BFF9BFF-2202-4316-A54D-EEEA13FD51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527A84-62A5-40F8-9ABB-C2EE3BC8218F}" type="slidenum">
              <a:rPr lang="en-US" smtClean="0"/>
              <a:t>‹#›</a:t>
            </a:fld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F306307-D548-4EC6-A4B3-D564B330A80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066800" y="3037674"/>
            <a:ext cx="9144000" cy="1655762"/>
          </a:xfrm>
        </p:spPr>
        <p:txBody>
          <a:bodyPr>
            <a:normAutofit/>
          </a:bodyPr>
          <a:lstStyle>
            <a:lvl1pPr marL="0" indent="0" algn="l">
              <a:buNone/>
              <a:defRPr sz="24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911564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3AA7C3-FC47-4BCB-B69A-CE0BC45A9E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278898"/>
            <a:ext cx="8626475" cy="1588127"/>
          </a:xfrm>
        </p:spPr>
        <p:txBody>
          <a:bodyPr anchor="b"/>
          <a:lstStyle>
            <a:lvl1pPr>
              <a:defRPr sz="54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B5D9269-4020-4E58-8F2C-41611893D59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289401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510BE1E-A2C1-4029-AD84-B27BB3A9BC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44D272-7787-42F5-8E85-5772E5920C77}" type="datetimeFigureOut">
              <a:rPr lang="en-US" smtClean="0"/>
              <a:t>11/10/25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BEE92F3-9A58-4CAD-B7AD-FBE2801F7C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949D194-10F0-45C8-BC3A-1F67F39B99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527A84-62A5-40F8-9ABB-C2EE3BC8218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961873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1D601E-79A4-4C4A-BCE9-118BAB20A5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7146724-E269-4C09-9307-64D5607F673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0D04CB8-485A-46FF-AC30-BDF406EEA1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44D272-7787-42F5-8E85-5772E5920C77}" type="datetimeFigureOut">
              <a:rPr lang="en-US" smtClean="0"/>
              <a:t>11/10/25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45F36A8-BAF9-4FD8-A836-D12878DEA3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FF6267A-62F2-48A8-BAA4-576130486E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527A84-62A5-40F8-9ABB-C2EE3BC8218F}" type="slidenum">
              <a:rPr lang="en-US" smtClean="0"/>
              <a:t>‹#›</a:t>
            </a:fld>
            <a:endParaRPr lang="en-US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E8D0FBCD-EE24-4372-BC98-BF8E948DD28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83220" y="558913"/>
            <a:ext cx="11561104" cy="714375"/>
          </a:xfrm>
        </p:spPr>
        <p:txBody>
          <a:bodyPr lIns="0" rIns="0"/>
          <a:lstStyle>
            <a:lvl1pPr marL="0" indent="0">
              <a:buFontTx/>
              <a:buNone/>
              <a:defRPr/>
            </a:lvl1pPr>
            <a:lvl2pPr marL="228600" indent="0">
              <a:buNone/>
              <a:defRPr/>
            </a:lvl2pPr>
          </a:lstStyle>
          <a:p>
            <a:pPr lvl="0"/>
            <a:r>
              <a:rPr lang="en-GB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79870344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1D601E-79A4-4C4A-BCE9-118BAB20A5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0D04CB8-485A-46FF-AC30-BDF406EEA1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44D272-7787-42F5-8E85-5772E5920C77}" type="datetimeFigureOut">
              <a:rPr lang="en-US" smtClean="0"/>
              <a:t>11/10/25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45F36A8-BAF9-4FD8-A836-D12878DEA3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FF6267A-62F2-48A8-BAA4-576130486E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527A84-62A5-40F8-9ABB-C2EE3BC8218F}" type="slidenum">
              <a:rPr lang="en-US" smtClean="0"/>
              <a:t>‹#›</a:t>
            </a:fld>
            <a:endParaRPr lang="en-US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E8D0FBCD-EE24-4372-BC98-BF8E948DD28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83220" y="558913"/>
            <a:ext cx="11561104" cy="714375"/>
          </a:xfrm>
        </p:spPr>
        <p:txBody>
          <a:bodyPr lIns="0" rIns="0"/>
          <a:lstStyle>
            <a:lvl1pPr marL="0" indent="0">
              <a:buFontTx/>
              <a:buNone/>
              <a:defRPr/>
            </a:lvl1pPr>
            <a:lvl2pPr marL="228600" indent="0">
              <a:buNone/>
              <a:defRPr/>
            </a:lvl2pPr>
          </a:lstStyle>
          <a:p>
            <a:pPr lvl="0"/>
            <a:r>
              <a:rPr lang="en-GB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43420895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71FBE3-E447-4593-9D29-D23F9A0352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431F121-D797-47D5-BB5B-C41FCD77BF4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83219" y="1294662"/>
            <a:ext cx="5648324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4CCE33C-15E7-463B-A719-8F944C6C724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096000" y="1294662"/>
            <a:ext cx="5648324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D0F29A0-F316-43B3-80F3-F7D94E2CA7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44D272-7787-42F5-8E85-5772E5920C77}" type="datetimeFigureOut">
              <a:rPr lang="en-US" smtClean="0"/>
              <a:t>11/10/25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2BDE97A-4292-4901-A47C-4EE328B10C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E063935-AEC7-41F5-8E50-FD4AAC1FAA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527A84-62A5-40F8-9ABB-C2EE3BC8218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989239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>
            <a:extLst>
              <a:ext uri="{FF2B5EF4-FFF2-40B4-BE49-F238E27FC236}">
                <a16:creationId xmlns:a16="http://schemas.microsoft.com/office/drawing/2014/main" id="{EB7E0835-8031-4C40-B644-960ED469D8DD}"/>
              </a:ext>
            </a:extLst>
          </p:cNvPr>
          <p:cNvGrpSpPr/>
          <p:nvPr userDrawn="1"/>
        </p:nvGrpSpPr>
        <p:grpSpPr>
          <a:xfrm>
            <a:off x="9994965" y="1461676"/>
            <a:ext cx="1790875" cy="1548151"/>
            <a:chOff x="9994965" y="1461676"/>
            <a:chExt cx="1790875" cy="1548151"/>
          </a:xfrm>
        </p:grpSpPr>
        <p:pic>
          <p:nvPicPr>
            <p:cNvPr id="11" name="Picture 10">
              <a:extLst>
                <a:ext uri="{FF2B5EF4-FFF2-40B4-BE49-F238E27FC236}">
                  <a16:creationId xmlns:a16="http://schemas.microsoft.com/office/drawing/2014/main" id="{4C6116BF-2E29-406D-A91D-3290ACCD0328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10225051" y="1461676"/>
              <a:ext cx="1112760" cy="546264"/>
            </a:xfrm>
            <a:prstGeom prst="rect">
              <a:avLst/>
            </a:prstGeom>
          </p:spPr>
        </p:pic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5916D192-6281-462B-B727-03EA6907AE5D}"/>
                </a:ext>
              </a:extLst>
            </p:cNvPr>
            <p:cNvSpPr txBox="1"/>
            <p:nvPr/>
          </p:nvSpPr>
          <p:spPr>
            <a:xfrm>
              <a:off x="9994965" y="2071108"/>
              <a:ext cx="1790875" cy="93871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600"/>
                </a:spcAft>
                <a:buClr>
                  <a:srgbClr val="127958"/>
                </a:buClr>
                <a:buSzTx/>
                <a:buFontTx/>
                <a:buNone/>
                <a:tabLst/>
                <a:defRPr/>
              </a:pPr>
              <a:r>
                <a:rPr kumimoji="0" lang="en-US" sz="1400" b="1" i="0" u="none" strike="noStrike" kern="1200" cap="none" spc="0" normalizeH="0" baseline="0" noProof="0">
                  <a:ln>
                    <a:noFill/>
                  </a:ln>
                  <a:solidFill>
                    <a:srgbClr val="127958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Flexible Management</a:t>
              </a:r>
            </a:p>
            <a:p>
              <a:pPr marL="117475" marR="0" lvl="0" indent="-117475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222C33">
                    <a:lumMod val="25000"/>
                    <a:lumOff val="75000"/>
                  </a:srgbClr>
                </a:buClr>
                <a:buSzTx/>
                <a:buFont typeface="Arial" panose="020B0604020202020204" pitchFamily="34" charset="0"/>
                <a:buChar char="•"/>
                <a:tabLst/>
                <a:defRPr/>
              </a:pPr>
              <a:r>
                <a:rPr kumimoji="0" lang="en-US" sz="1200" b="0" i="0" u="none" strike="noStrike" kern="1200" cap="none" spc="0" normalizeH="0" baseline="0" noProof="0">
                  <a:ln>
                    <a:noFill/>
                  </a:ln>
                  <a:solidFill>
                    <a:srgbClr val="222C33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Self-service</a:t>
              </a:r>
            </a:p>
            <a:p>
              <a:pPr marL="117475" marR="0" lvl="0" indent="-117475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222C33">
                    <a:lumMod val="25000"/>
                    <a:lumOff val="75000"/>
                  </a:srgbClr>
                </a:buClr>
                <a:buSzTx/>
                <a:buFont typeface="Arial" panose="020B0604020202020204" pitchFamily="34" charset="0"/>
                <a:buChar char="•"/>
                <a:tabLst/>
                <a:defRPr/>
              </a:pPr>
              <a:r>
                <a:rPr kumimoji="0" lang="en-US" sz="1200" b="0" i="0" u="none" strike="noStrike" kern="1200" cap="none" spc="0" normalizeH="0" baseline="0" noProof="0">
                  <a:ln>
                    <a:noFill/>
                  </a:ln>
                  <a:solidFill>
                    <a:srgbClr val="222C33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Co-managed</a:t>
              </a:r>
            </a:p>
            <a:p>
              <a:pPr marL="117475" marR="0" lvl="0" indent="-117475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222C33">
                    <a:lumMod val="25000"/>
                    <a:lumOff val="75000"/>
                  </a:srgbClr>
                </a:buClr>
                <a:buSzTx/>
                <a:buFont typeface="Arial" panose="020B0604020202020204" pitchFamily="34" charset="0"/>
                <a:buChar char="•"/>
                <a:tabLst/>
                <a:defRPr/>
              </a:pPr>
              <a:r>
                <a:rPr kumimoji="0" lang="en-US" sz="1200" b="0" i="0" u="none" strike="noStrike" kern="1200" cap="none" spc="0" normalizeH="0" baseline="0" noProof="0">
                  <a:ln>
                    <a:noFill/>
                  </a:ln>
                  <a:solidFill>
                    <a:srgbClr val="222C33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Fully managed</a:t>
              </a:r>
            </a:p>
          </p:txBody>
        </p:sp>
      </p:grpSp>
      <p:sp>
        <p:nvSpPr>
          <p:cNvPr id="13" name="Slide Number Placeholder 22">
            <a:extLst>
              <a:ext uri="{FF2B5EF4-FFF2-40B4-BE49-F238E27FC236}">
                <a16:creationId xmlns:a16="http://schemas.microsoft.com/office/drawing/2014/main" id="{9C95DEF5-A558-43EB-94D4-E325E1CB5DE2}"/>
              </a:ext>
            </a:extLst>
          </p:cNvPr>
          <p:cNvSpPr txBox="1">
            <a:spLocks/>
          </p:cNvSpPr>
          <p:nvPr userDrawn="1"/>
        </p:nvSpPr>
        <p:spPr>
          <a:xfrm>
            <a:off x="11720468" y="6518553"/>
            <a:ext cx="408632" cy="24466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900" kern="1200">
                <a:solidFill>
                  <a:schemeClr val="bg1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2888EE3E-AEEC-954C-BC2F-BB88D43739C2}" type="slidenum">
              <a:rPr lang="en-IL" smtClean="0"/>
              <a:pPr/>
              <a:t>‹#›</a:t>
            </a:fld>
            <a:endParaRPr lang="en-IL"/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AB5C4FA2-CF25-4C5B-B790-A37E65684E54}"/>
              </a:ext>
            </a:extLst>
          </p:cNvPr>
          <p:cNvGrpSpPr/>
          <p:nvPr userDrawn="1"/>
        </p:nvGrpSpPr>
        <p:grpSpPr>
          <a:xfrm>
            <a:off x="6144482" y="1408394"/>
            <a:ext cx="2649460" cy="1585140"/>
            <a:chOff x="5328375" y="1408394"/>
            <a:chExt cx="2649460" cy="1585140"/>
          </a:xfrm>
        </p:grpSpPr>
        <p:pic>
          <p:nvPicPr>
            <p:cNvPr id="15" name="Picture 14">
              <a:extLst>
                <a:ext uri="{FF2B5EF4-FFF2-40B4-BE49-F238E27FC236}">
                  <a16:creationId xmlns:a16="http://schemas.microsoft.com/office/drawing/2014/main" id="{E1E07D88-863E-41D5-B2D0-E0766BEF8BE2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 r="49806"/>
            <a:stretch/>
          </p:blipFill>
          <p:spPr>
            <a:xfrm flipH="1">
              <a:off x="5328375" y="1554246"/>
              <a:ext cx="783699" cy="1439288"/>
            </a:xfrm>
            <a:prstGeom prst="rect">
              <a:avLst/>
            </a:prstGeom>
          </p:spPr>
        </p:pic>
        <p:grpSp>
          <p:nvGrpSpPr>
            <p:cNvPr id="16" name="Group 15">
              <a:extLst>
                <a:ext uri="{FF2B5EF4-FFF2-40B4-BE49-F238E27FC236}">
                  <a16:creationId xmlns:a16="http://schemas.microsoft.com/office/drawing/2014/main" id="{FB577DC2-85F9-439D-8DE9-DA8FBBBC7409}"/>
                </a:ext>
              </a:extLst>
            </p:cNvPr>
            <p:cNvGrpSpPr/>
            <p:nvPr/>
          </p:nvGrpSpPr>
          <p:grpSpPr>
            <a:xfrm>
              <a:off x="6058720" y="1408394"/>
              <a:ext cx="1919115" cy="963318"/>
              <a:chOff x="5942039" y="1446816"/>
              <a:chExt cx="1919115" cy="963318"/>
            </a:xfrm>
          </p:grpSpPr>
          <p:sp>
            <p:nvSpPr>
              <p:cNvPr id="17" name="Rectangle 16">
                <a:extLst>
                  <a:ext uri="{FF2B5EF4-FFF2-40B4-BE49-F238E27FC236}">
                    <a16:creationId xmlns:a16="http://schemas.microsoft.com/office/drawing/2014/main" id="{34F8EDE0-6194-4DFE-BA35-0BADF5A23707}"/>
                  </a:ext>
                </a:extLst>
              </p:cNvPr>
              <p:cNvSpPr/>
              <p:nvPr/>
            </p:nvSpPr>
            <p:spPr>
              <a:xfrm>
                <a:off x="5942039" y="1446816"/>
                <a:ext cx="864339" cy="273858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ts val="15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100" b="1" i="0" u="none" strike="noStrike" kern="1200" cap="none" spc="0" normalizeH="0" baseline="0" noProof="0">
                    <a:ln>
                      <a:noFill/>
                    </a:ln>
                    <a:solidFill>
                      <a:srgbClr val="158864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NG Firewall</a:t>
                </a:r>
              </a:p>
            </p:txBody>
          </p:sp>
          <p:sp>
            <p:nvSpPr>
              <p:cNvPr id="18" name="Rectangle 17">
                <a:extLst>
                  <a:ext uri="{FF2B5EF4-FFF2-40B4-BE49-F238E27FC236}">
                    <a16:creationId xmlns:a16="http://schemas.microsoft.com/office/drawing/2014/main" id="{23FEBEA4-A290-4E1F-B15F-01FCD9D072A0}"/>
                  </a:ext>
                </a:extLst>
              </p:cNvPr>
              <p:cNvSpPr/>
              <p:nvPr/>
            </p:nvSpPr>
            <p:spPr>
              <a:xfrm>
                <a:off x="5942039" y="1663884"/>
                <a:ext cx="1468672" cy="273858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ts val="15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100" b="1" i="0" u="none" strike="noStrike" kern="1200" cap="none" spc="0" normalizeH="0" baseline="0" noProof="0">
                    <a:ln>
                      <a:noFill/>
                    </a:ln>
                    <a:solidFill>
                      <a:srgbClr val="158864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Secure Web Gateway </a:t>
                </a:r>
              </a:p>
            </p:txBody>
          </p:sp>
          <p:sp>
            <p:nvSpPr>
              <p:cNvPr id="19" name="Rectangle 18">
                <a:extLst>
                  <a:ext uri="{FF2B5EF4-FFF2-40B4-BE49-F238E27FC236}">
                    <a16:creationId xmlns:a16="http://schemas.microsoft.com/office/drawing/2014/main" id="{5AC0677C-6501-402E-8743-5216F26791D2}"/>
                  </a:ext>
                </a:extLst>
              </p:cNvPr>
              <p:cNvSpPr/>
              <p:nvPr/>
            </p:nvSpPr>
            <p:spPr>
              <a:xfrm>
                <a:off x="5942039" y="1911367"/>
                <a:ext cx="1919115" cy="273858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ts val="15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100" b="1" i="0" u="none" strike="noStrike" kern="1200" cap="none" spc="0" normalizeH="0" baseline="0" noProof="0">
                    <a:ln>
                      <a:noFill/>
                    </a:ln>
                    <a:solidFill>
                      <a:srgbClr val="158864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Advanced Threat Prevention  </a:t>
                </a:r>
              </a:p>
            </p:txBody>
          </p:sp>
          <p:sp>
            <p:nvSpPr>
              <p:cNvPr id="20" name="Rectangle 19">
                <a:extLst>
                  <a:ext uri="{FF2B5EF4-FFF2-40B4-BE49-F238E27FC236}">
                    <a16:creationId xmlns:a16="http://schemas.microsoft.com/office/drawing/2014/main" id="{1458A31F-BAD3-446B-9F98-881F167E169B}"/>
                  </a:ext>
                </a:extLst>
              </p:cNvPr>
              <p:cNvSpPr/>
              <p:nvPr/>
            </p:nvSpPr>
            <p:spPr>
              <a:xfrm>
                <a:off x="5942039" y="2136276"/>
                <a:ext cx="1726755" cy="273858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ts val="15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100" b="1" i="0" u="none" strike="noStrike" kern="1200" cap="none" spc="0" normalizeH="0" baseline="0" noProof="0">
                    <a:ln>
                      <a:noFill/>
                    </a:ln>
                    <a:solidFill>
                      <a:srgbClr val="158864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Cloud and Mobile Security</a:t>
                </a:r>
              </a:p>
            </p:txBody>
          </p:sp>
        </p:grpSp>
      </p:grpSp>
      <p:grpSp>
        <p:nvGrpSpPr>
          <p:cNvPr id="21" name="Group 20">
            <a:extLst>
              <a:ext uri="{FF2B5EF4-FFF2-40B4-BE49-F238E27FC236}">
                <a16:creationId xmlns:a16="http://schemas.microsoft.com/office/drawing/2014/main" id="{C359527F-F9D2-44F8-954C-11137634E415}"/>
              </a:ext>
            </a:extLst>
          </p:cNvPr>
          <p:cNvGrpSpPr/>
          <p:nvPr userDrawn="1"/>
        </p:nvGrpSpPr>
        <p:grpSpPr>
          <a:xfrm>
            <a:off x="3659831" y="1408394"/>
            <a:ext cx="2464573" cy="1585140"/>
            <a:chOff x="2843724" y="1408394"/>
            <a:chExt cx="2464573" cy="1585140"/>
          </a:xfrm>
        </p:grpSpPr>
        <p:pic>
          <p:nvPicPr>
            <p:cNvPr id="22" name="Picture 21">
              <a:extLst>
                <a:ext uri="{FF2B5EF4-FFF2-40B4-BE49-F238E27FC236}">
                  <a16:creationId xmlns:a16="http://schemas.microsoft.com/office/drawing/2014/main" id="{1D68E4D2-81C4-43FC-8BB1-AC87C1BBEAB8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 r="49806"/>
            <a:stretch/>
          </p:blipFill>
          <p:spPr>
            <a:xfrm>
              <a:off x="4524598" y="1554246"/>
              <a:ext cx="783699" cy="1439288"/>
            </a:xfrm>
            <a:prstGeom prst="rect">
              <a:avLst/>
            </a:prstGeom>
          </p:spPr>
        </p:pic>
        <p:grpSp>
          <p:nvGrpSpPr>
            <p:cNvPr id="23" name="Group 22">
              <a:extLst>
                <a:ext uri="{FF2B5EF4-FFF2-40B4-BE49-F238E27FC236}">
                  <a16:creationId xmlns:a16="http://schemas.microsoft.com/office/drawing/2014/main" id="{00D75136-6A4F-41ED-8CC5-5FCFC92498DF}"/>
                </a:ext>
              </a:extLst>
            </p:cNvPr>
            <p:cNvGrpSpPr/>
            <p:nvPr/>
          </p:nvGrpSpPr>
          <p:grpSpPr>
            <a:xfrm>
              <a:off x="2843724" y="1408394"/>
              <a:ext cx="1747594" cy="963318"/>
              <a:chOff x="2640072" y="1434290"/>
              <a:chExt cx="1747594" cy="963318"/>
            </a:xfrm>
          </p:grpSpPr>
          <p:sp>
            <p:nvSpPr>
              <p:cNvPr id="24" name="Rectangle 23">
                <a:extLst>
                  <a:ext uri="{FF2B5EF4-FFF2-40B4-BE49-F238E27FC236}">
                    <a16:creationId xmlns:a16="http://schemas.microsoft.com/office/drawing/2014/main" id="{286F1819-A363-4938-9651-91C834CD94C8}"/>
                  </a:ext>
                </a:extLst>
              </p:cNvPr>
              <p:cNvSpPr/>
              <p:nvPr/>
            </p:nvSpPr>
            <p:spPr>
              <a:xfrm>
                <a:off x="3066470" y="1434290"/>
                <a:ext cx="1321196" cy="273858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marL="0" marR="0" lvl="0" indent="0" algn="r" defTabSz="914400" rtl="0" eaLnBrk="1" fontAlgn="auto" latinLnBrk="0" hangingPunct="1">
                  <a:lnSpc>
                    <a:spcPts val="15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100" b="1" i="0" u="none" strike="noStrike" kern="1200" cap="none" spc="0" normalizeH="0" baseline="0" noProof="0">
                    <a:ln>
                      <a:noFill/>
                    </a:ln>
                    <a:solidFill>
                      <a:srgbClr val="158864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Cloud Optimization</a:t>
                </a:r>
              </a:p>
            </p:txBody>
          </p:sp>
          <p:sp>
            <p:nvSpPr>
              <p:cNvPr id="25" name="Rectangle 24">
                <a:extLst>
                  <a:ext uri="{FF2B5EF4-FFF2-40B4-BE49-F238E27FC236}">
                    <a16:creationId xmlns:a16="http://schemas.microsoft.com/office/drawing/2014/main" id="{500F7753-7FA0-4EC3-84DB-F37A2A8ACD7E}"/>
                  </a:ext>
                </a:extLst>
              </p:cNvPr>
              <p:cNvSpPr/>
              <p:nvPr/>
            </p:nvSpPr>
            <p:spPr>
              <a:xfrm>
                <a:off x="3096928" y="1651358"/>
                <a:ext cx="1290738" cy="273858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marL="0" marR="0" lvl="0" indent="0" algn="r" defTabSz="914400" rtl="0" eaLnBrk="1" fontAlgn="auto" latinLnBrk="0" hangingPunct="1">
                  <a:lnSpc>
                    <a:spcPts val="15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100" b="1" i="0" u="none" strike="noStrike" kern="1200" cap="none" spc="0" normalizeH="0" baseline="0" noProof="0">
                    <a:ln>
                      <a:noFill/>
                    </a:ln>
                    <a:solidFill>
                      <a:srgbClr val="158864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WAN Optimization</a:t>
                </a:r>
              </a:p>
            </p:txBody>
          </p:sp>
          <p:sp>
            <p:nvSpPr>
              <p:cNvPr id="26" name="Rectangle 25">
                <a:extLst>
                  <a:ext uri="{FF2B5EF4-FFF2-40B4-BE49-F238E27FC236}">
                    <a16:creationId xmlns:a16="http://schemas.microsoft.com/office/drawing/2014/main" id="{369D292F-BA87-4BD0-864E-A321B92DE6A0}"/>
                  </a:ext>
                </a:extLst>
              </p:cNvPr>
              <p:cNvSpPr/>
              <p:nvPr/>
            </p:nvSpPr>
            <p:spPr>
              <a:xfrm>
                <a:off x="2640072" y="1898841"/>
                <a:ext cx="1747594" cy="273858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marL="0" marR="0" lvl="0" indent="0" algn="r" defTabSz="914400" rtl="0" eaLnBrk="1" fontAlgn="auto" latinLnBrk="0" hangingPunct="1">
                  <a:lnSpc>
                    <a:spcPts val="15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100" b="1" i="0" u="none" strike="noStrike" kern="1200" cap="none" spc="0" normalizeH="0" baseline="0" noProof="0">
                    <a:ln>
                      <a:noFill/>
                    </a:ln>
                    <a:solidFill>
                      <a:srgbClr val="158864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Global Route Optimization</a:t>
                </a:r>
              </a:p>
            </p:txBody>
          </p:sp>
          <p:sp>
            <p:nvSpPr>
              <p:cNvPr id="27" name="Rectangle 26">
                <a:extLst>
                  <a:ext uri="{FF2B5EF4-FFF2-40B4-BE49-F238E27FC236}">
                    <a16:creationId xmlns:a16="http://schemas.microsoft.com/office/drawing/2014/main" id="{D7FCAE52-A4B2-4BB3-B7C6-C4C66C5A4C76}"/>
                  </a:ext>
                </a:extLst>
              </p:cNvPr>
              <p:cNvSpPr/>
              <p:nvPr/>
            </p:nvSpPr>
            <p:spPr>
              <a:xfrm>
                <a:off x="2752283" y="2123750"/>
                <a:ext cx="1635383" cy="273858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marL="0" marR="0" lvl="0" indent="0" algn="r" defTabSz="914400" rtl="0" eaLnBrk="1" fontAlgn="auto" latinLnBrk="0" hangingPunct="1">
                  <a:lnSpc>
                    <a:spcPts val="15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100" b="1" i="0" u="none" strike="noStrike" kern="1200" cap="none" spc="0" normalizeH="0" baseline="0" noProof="0">
                    <a:ln>
                      <a:noFill/>
                    </a:ln>
                    <a:solidFill>
                      <a:srgbClr val="158864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Self-healing Architecture</a:t>
                </a:r>
              </a:p>
            </p:txBody>
          </p:sp>
        </p:grpSp>
      </p:grpSp>
      <p:pic>
        <p:nvPicPr>
          <p:cNvPr id="28" name="Picture 27">
            <a:extLst>
              <a:ext uri="{FF2B5EF4-FFF2-40B4-BE49-F238E27FC236}">
                <a16:creationId xmlns:a16="http://schemas.microsoft.com/office/drawing/2014/main" id="{0D43E9A2-20C8-4031-B969-EFBA0E6C4B87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3111510" y="3083940"/>
            <a:ext cx="6045866" cy="1022462"/>
          </a:xfrm>
          <a:prstGeom prst="rect">
            <a:avLst/>
          </a:prstGeom>
        </p:spPr>
      </p:pic>
      <p:grpSp>
        <p:nvGrpSpPr>
          <p:cNvPr id="29" name="Group 28">
            <a:extLst>
              <a:ext uri="{FF2B5EF4-FFF2-40B4-BE49-F238E27FC236}">
                <a16:creationId xmlns:a16="http://schemas.microsoft.com/office/drawing/2014/main" id="{B46D4916-A549-45D5-90FE-E35F46D5FEB3}"/>
              </a:ext>
            </a:extLst>
          </p:cNvPr>
          <p:cNvGrpSpPr/>
          <p:nvPr userDrawn="1"/>
        </p:nvGrpSpPr>
        <p:grpSpPr>
          <a:xfrm>
            <a:off x="1453471" y="2069038"/>
            <a:ext cx="2336333" cy="1811732"/>
            <a:chOff x="2285868" y="3762352"/>
            <a:chExt cx="1885286" cy="1461963"/>
          </a:xfrm>
        </p:grpSpPr>
        <p:cxnSp>
          <p:nvCxnSpPr>
            <p:cNvPr id="30" name="Straight Connector 29">
              <a:extLst>
                <a:ext uri="{FF2B5EF4-FFF2-40B4-BE49-F238E27FC236}">
                  <a16:creationId xmlns:a16="http://schemas.microsoft.com/office/drawing/2014/main" id="{1BA8495D-B394-4B9B-AD2C-2C27E3E3DE96}"/>
                </a:ext>
              </a:extLst>
            </p:cNvPr>
            <p:cNvCxnSpPr>
              <a:cxnSpLocks/>
            </p:cNvCxnSpPr>
            <p:nvPr/>
          </p:nvCxnSpPr>
          <p:spPr>
            <a:xfrm>
              <a:off x="3123368" y="4546943"/>
              <a:ext cx="462556" cy="316356"/>
            </a:xfrm>
            <a:prstGeom prst="line">
              <a:avLst/>
            </a:prstGeom>
            <a:ln w="9525">
              <a:solidFill>
                <a:schemeClr val="tx2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Connector 30">
              <a:extLst>
                <a:ext uri="{FF2B5EF4-FFF2-40B4-BE49-F238E27FC236}">
                  <a16:creationId xmlns:a16="http://schemas.microsoft.com/office/drawing/2014/main" id="{CD0E61C5-6FF5-40BE-8FAC-45DE3F69C6C8}"/>
                </a:ext>
              </a:extLst>
            </p:cNvPr>
            <p:cNvCxnSpPr>
              <a:cxnSpLocks/>
            </p:cNvCxnSpPr>
            <p:nvPr/>
          </p:nvCxnSpPr>
          <p:spPr>
            <a:xfrm>
              <a:off x="2685008" y="4467929"/>
              <a:ext cx="923980" cy="442685"/>
            </a:xfrm>
            <a:prstGeom prst="line">
              <a:avLst/>
            </a:prstGeom>
            <a:ln w="9525">
              <a:solidFill>
                <a:schemeClr val="tx2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32" name="Picture 31">
              <a:extLst>
                <a:ext uri="{FF2B5EF4-FFF2-40B4-BE49-F238E27FC236}">
                  <a16:creationId xmlns:a16="http://schemas.microsoft.com/office/drawing/2014/main" id="{019B2C3A-C0D0-4E44-8C2D-2F7D48A7FFDE}"/>
                </a:ext>
              </a:extLst>
            </p:cNvPr>
            <p:cNvPicPr>
              <a:picLocks noChangeAspect="1"/>
            </p:cNvPicPr>
            <p:nvPr/>
          </p:nvPicPr>
          <p:blipFill>
            <a:blip r:embed="rId5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2907072" y="4303678"/>
              <a:ext cx="409034" cy="256090"/>
            </a:xfrm>
            <a:prstGeom prst="rect">
              <a:avLst/>
            </a:prstGeom>
          </p:spPr>
        </p:pic>
        <p:cxnSp>
          <p:nvCxnSpPr>
            <p:cNvPr id="33" name="Straight Connector 32">
              <a:extLst>
                <a:ext uri="{FF2B5EF4-FFF2-40B4-BE49-F238E27FC236}">
                  <a16:creationId xmlns:a16="http://schemas.microsoft.com/office/drawing/2014/main" id="{66997227-5BCC-46C6-B532-74516A38929D}"/>
                </a:ext>
              </a:extLst>
            </p:cNvPr>
            <p:cNvCxnSpPr/>
            <p:nvPr/>
          </p:nvCxnSpPr>
          <p:spPr>
            <a:xfrm flipH="1">
              <a:off x="3750602" y="4546943"/>
              <a:ext cx="190681" cy="286021"/>
            </a:xfrm>
            <a:prstGeom prst="line">
              <a:avLst/>
            </a:prstGeom>
            <a:ln w="9525">
              <a:solidFill>
                <a:schemeClr val="tx2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Connector 33">
              <a:extLst>
                <a:ext uri="{FF2B5EF4-FFF2-40B4-BE49-F238E27FC236}">
                  <a16:creationId xmlns:a16="http://schemas.microsoft.com/office/drawing/2014/main" id="{11AE1DD8-F717-4B3E-B160-DFC024D4D4C8}"/>
                </a:ext>
              </a:extLst>
            </p:cNvPr>
            <p:cNvCxnSpPr/>
            <p:nvPr/>
          </p:nvCxnSpPr>
          <p:spPr>
            <a:xfrm>
              <a:off x="3690606" y="4178339"/>
              <a:ext cx="0" cy="684960"/>
            </a:xfrm>
            <a:prstGeom prst="line">
              <a:avLst/>
            </a:prstGeom>
            <a:ln w="9525">
              <a:solidFill>
                <a:schemeClr val="tx2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Straight Connector 34">
              <a:extLst>
                <a:ext uri="{FF2B5EF4-FFF2-40B4-BE49-F238E27FC236}">
                  <a16:creationId xmlns:a16="http://schemas.microsoft.com/office/drawing/2014/main" id="{9A378109-B75F-4C57-95D0-BD7C1A6C9BAF}"/>
                </a:ext>
              </a:extLst>
            </p:cNvPr>
            <p:cNvCxnSpPr/>
            <p:nvPr/>
          </p:nvCxnSpPr>
          <p:spPr>
            <a:xfrm>
              <a:off x="3460923" y="4000903"/>
              <a:ext cx="207340" cy="879731"/>
            </a:xfrm>
            <a:prstGeom prst="line">
              <a:avLst/>
            </a:prstGeom>
            <a:ln w="9525">
              <a:solidFill>
                <a:schemeClr val="tx2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Straight Connector 35">
              <a:extLst>
                <a:ext uri="{FF2B5EF4-FFF2-40B4-BE49-F238E27FC236}">
                  <a16:creationId xmlns:a16="http://schemas.microsoft.com/office/drawing/2014/main" id="{B83C1737-B062-4C09-B85E-DF3364358B7D}"/>
                </a:ext>
              </a:extLst>
            </p:cNvPr>
            <p:cNvCxnSpPr>
              <a:cxnSpLocks/>
            </p:cNvCxnSpPr>
            <p:nvPr/>
          </p:nvCxnSpPr>
          <p:spPr>
            <a:xfrm>
              <a:off x="3080194" y="4068225"/>
              <a:ext cx="566401" cy="799408"/>
            </a:xfrm>
            <a:prstGeom prst="line">
              <a:avLst/>
            </a:prstGeom>
            <a:ln w="9525">
              <a:solidFill>
                <a:schemeClr val="tx2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Straight Connector 36">
              <a:extLst>
                <a:ext uri="{FF2B5EF4-FFF2-40B4-BE49-F238E27FC236}">
                  <a16:creationId xmlns:a16="http://schemas.microsoft.com/office/drawing/2014/main" id="{88F5F7F0-8796-4CBF-8136-76927590A288}"/>
                </a:ext>
              </a:extLst>
            </p:cNvPr>
            <p:cNvCxnSpPr/>
            <p:nvPr/>
          </p:nvCxnSpPr>
          <p:spPr>
            <a:xfrm>
              <a:off x="2948876" y="4766983"/>
              <a:ext cx="645715" cy="161321"/>
            </a:xfrm>
            <a:prstGeom prst="line">
              <a:avLst/>
            </a:prstGeom>
            <a:ln w="9525">
              <a:solidFill>
                <a:schemeClr val="tx2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Straight Connector 37">
              <a:extLst>
                <a:ext uri="{FF2B5EF4-FFF2-40B4-BE49-F238E27FC236}">
                  <a16:creationId xmlns:a16="http://schemas.microsoft.com/office/drawing/2014/main" id="{76002816-B12B-4C98-9097-348318F06B46}"/>
                </a:ext>
              </a:extLst>
            </p:cNvPr>
            <p:cNvCxnSpPr/>
            <p:nvPr/>
          </p:nvCxnSpPr>
          <p:spPr>
            <a:xfrm flipV="1">
              <a:off x="3235573" y="4954306"/>
              <a:ext cx="341683" cy="82882"/>
            </a:xfrm>
            <a:prstGeom prst="line">
              <a:avLst/>
            </a:prstGeom>
            <a:ln w="9525">
              <a:solidFill>
                <a:schemeClr val="tx2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39" name="Picture 38">
              <a:extLst>
                <a:ext uri="{FF2B5EF4-FFF2-40B4-BE49-F238E27FC236}">
                  <a16:creationId xmlns:a16="http://schemas.microsoft.com/office/drawing/2014/main" id="{513E5A94-F649-4324-B080-F739A32EC544}"/>
                </a:ext>
              </a:extLst>
            </p:cNvPr>
            <p:cNvPicPr>
              <a:picLocks noChangeAspect="1"/>
            </p:cNvPicPr>
            <p:nvPr/>
          </p:nvPicPr>
          <p:blipFill>
            <a:blip r:embed="rId6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3520243" y="3965009"/>
              <a:ext cx="439090" cy="291395"/>
            </a:xfrm>
            <a:prstGeom prst="rect">
              <a:avLst/>
            </a:prstGeom>
          </p:spPr>
        </p:pic>
        <p:pic>
          <p:nvPicPr>
            <p:cNvPr id="40" name="Picture 39">
              <a:extLst>
                <a:ext uri="{FF2B5EF4-FFF2-40B4-BE49-F238E27FC236}">
                  <a16:creationId xmlns:a16="http://schemas.microsoft.com/office/drawing/2014/main" id="{CF8263A5-5F0F-4BE3-B074-98192039841A}"/>
                </a:ext>
              </a:extLst>
            </p:cNvPr>
            <p:cNvPicPr>
              <a:picLocks noChangeAspect="1"/>
            </p:cNvPicPr>
            <p:nvPr/>
          </p:nvPicPr>
          <p:blipFill>
            <a:blip r:embed="rId7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3747511" y="4345864"/>
              <a:ext cx="423643" cy="265236"/>
            </a:xfrm>
            <a:prstGeom prst="rect">
              <a:avLst/>
            </a:prstGeom>
          </p:spPr>
        </p:pic>
        <p:pic>
          <p:nvPicPr>
            <p:cNvPr id="41" name="Picture 40">
              <a:extLst>
                <a:ext uri="{FF2B5EF4-FFF2-40B4-BE49-F238E27FC236}">
                  <a16:creationId xmlns:a16="http://schemas.microsoft.com/office/drawing/2014/main" id="{9F32977F-0D9C-4F91-B5D9-98EB59874315}"/>
                </a:ext>
              </a:extLst>
            </p:cNvPr>
            <p:cNvPicPr>
              <a:picLocks noChangeAspect="1"/>
            </p:cNvPicPr>
            <p:nvPr/>
          </p:nvPicPr>
          <p:blipFill>
            <a:blip r:embed="rId8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2606052" y="3762352"/>
              <a:ext cx="596783" cy="375752"/>
            </a:xfrm>
            <a:prstGeom prst="rect">
              <a:avLst/>
            </a:prstGeom>
          </p:spPr>
        </p:pic>
        <p:pic>
          <p:nvPicPr>
            <p:cNvPr id="42" name="Picture 41">
              <a:extLst>
                <a:ext uri="{FF2B5EF4-FFF2-40B4-BE49-F238E27FC236}">
                  <a16:creationId xmlns:a16="http://schemas.microsoft.com/office/drawing/2014/main" id="{9AABE23A-79C4-4ABE-BF83-B7E260097F17}"/>
                </a:ext>
              </a:extLst>
            </p:cNvPr>
            <p:cNvPicPr>
              <a:picLocks noChangeAspect="1"/>
            </p:cNvPicPr>
            <p:nvPr/>
          </p:nvPicPr>
          <p:blipFill>
            <a:blip r:embed="rId9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2362961" y="4586038"/>
              <a:ext cx="648357" cy="254185"/>
            </a:xfrm>
            <a:prstGeom prst="rect">
              <a:avLst/>
            </a:prstGeom>
          </p:spPr>
        </p:pic>
        <p:pic>
          <p:nvPicPr>
            <p:cNvPr id="43" name="Picture 42">
              <a:extLst>
                <a:ext uri="{FF2B5EF4-FFF2-40B4-BE49-F238E27FC236}">
                  <a16:creationId xmlns:a16="http://schemas.microsoft.com/office/drawing/2014/main" id="{23CD6DAC-F1A0-40FD-B91F-8A8924D6BD0D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2758803" y="4863299"/>
              <a:ext cx="515738" cy="361016"/>
            </a:xfrm>
            <a:prstGeom prst="rect">
              <a:avLst/>
            </a:prstGeom>
          </p:spPr>
        </p:pic>
        <p:pic>
          <p:nvPicPr>
            <p:cNvPr id="44" name="Picture 43">
              <a:extLst>
                <a:ext uri="{FF2B5EF4-FFF2-40B4-BE49-F238E27FC236}">
                  <a16:creationId xmlns:a16="http://schemas.microsoft.com/office/drawing/2014/main" id="{1F36D387-1BFC-4229-A7CD-F005BE83A54D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3250940" y="3814611"/>
              <a:ext cx="364701" cy="232082"/>
            </a:xfrm>
            <a:prstGeom prst="rect">
              <a:avLst/>
            </a:prstGeom>
          </p:spPr>
        </p:pic>
        <p:pic>
          <p:nvPicPr>
            <p:cNvPr id="45" name="Picture 44">
              <a:extLst>
                <a:ext uri="{FF2B5EF4-FFF2-40B4-BE49-F238E27FC236}">
                  <a16:creationId xmlns:a16="http://schemas.microsoft.com/office/drawing/2014/main" id="{5CBBB2CB-1950-4371-82C1-4BAA08E94258}"/>
                </a:ext>
              </a:extLst>
            </p:cNvPr>
            <p:cNvPicPr>
              <a:picLocks noChangeAspect="1"/>
            </p:cNvPicPr>
            <p:nvPr/>
          </p:nvPicPr>
          <p:blipFill>
            <a:blip r:embed="rId1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2285868" y="4155913"/>
              <a:ext cx="519742" cy="325992"/>
            </a:xfrm>
            <a:prstGeom prst="rect">
              <a:avLst/>
            </a:prstGeom>
          </p:spPr>
        </p:pic>
      </p:grpSp>
      <p:grpSp>
        <p:nvGrpSpPr>
          <p:cNvPr id="46" name="Group 45">
            <a:extLst>
              <a:ext uri="{FF2B5EF4-FFF2-40B4-BE49-F238E27FC236}">
                <a16:creationId xmlns:a16="http://schemas.microsoft.com/office/drawing/2014/main" id="{79C39A0E-4BCE-4E3E-A11D-B411C2177141}"/>
              </a:ext>
            </a:extLst>
          </p:cNvPr>
          <p:cNvGrpSpPr/>
          <p:nvPr userDrawn="1"/>
        </p:nvGrpSpPr>
        <p:grpSpPr>
          <a:xfrm>
            <a:off x="1444938" y="3599432"/>
            <a:ext cx="5416190" cy="2052950"/>
            <a:chOff x="628831" y="3599432"/>
            <a:chExt cx="5416190" cy="2052950"/>
          </a:xfrm>
        </p:grpSpPr>
        <p:grpSp>
          <p:nvGrpSpPr>
            <p:cNvPr id="47" name="Group 46">
              <a:extLst>
                <a:ext uri="{FF2B5EF4-FFF2-40B4-BE49-F238E27FC236}">
                  <a16:creationId xmlns:a16="http://schemas.microsoft.com/office/drawing/2014/main" id="{C058DF4D-A6CC-4994-8F97-D36C2DB64797}"/>
                </a:ext>
              </a:extLst>
            </p:cNvPr>
            <p:cNvGrpSpPr/>
            <p:nvPr/>
          </p:nvGrpSpPr>
          <p:grpSpPr>
            <a:xfrm>
              <a:off x="628831" y="3599432"/>
              <a:ext cx="5160945" cy="2052950"/>
              <a:chOff x="2341995" y="4494588"/>
              <a:chExt cx="4164579" cy="1656610"/>
            </a:xfrm>
          </p:grpSpPr>
          <p:grpSp>
            <p:nvGrpSpPr>
              <p:cNvPr id="59" name="Group 58">
                <a:extLst>
                  <a:ext uri="{FF2B5EF4-FFF2-40B4-BE49-F238E27FC236}">
                    <a16:creationId xmlns:a16="http://schemas.microsoft.com/office/drawing/2014/main" id="{9AC816E0-4084-4403-B54D-14F777C64975}"/>
                  </a:ext>
                </a:extLst>
              </p:cNvPr>
              <p:cNvGrpSpPr/>
              <p:nvPr/>
            </p:nvGrpSpPr>
            <p:grpSpPr>
              <a:xfrm>
                <a:off x="2341995" y="4494588"/>
                <a:ext cx="4164579" cy="1656610"/>
                <a:chOff x="2341995" y="4494588"/>
                <a:chExt cx="4164579" cy="1656610"/>
              </a:xfrm>
            </p:grpSpPr>
            <p:cxnSp>
              <p:nvCxnSpPr>
                <p:cNvPr id="61" name="Straight Connector 60">
                  <a:extLst>
                    <a:ext uri="{FF2B5EF4-FFF2-40B4-BE49-F238E27FC236}">
                      <a16:creationId xmlns:a16="http://schemas.microsoft.com/office/drawing/2014/main" id="{564F05D9-C16C-4EDA-BAB3-B2FEA0F61437}"/>
                    </a:ext>
                  </a:extLst>
                </p:cNvPr>
                <p:cNvCxnSpPr/>
                <p:nvPr/>
              </p:nvCxnSpPr>
              <p:spPr>
                <a:xfrm>
                  <a:off x="6018415" y="4691857"/>
                  <a:ext cx="0" cy="1076631"/>
                </a:xfrm>
                <a:prstGeom prst="line">
                  <a:avLst/>
                </a:prstGeom>
                <a:ln w="28575">
                  <a:solidFill>
                    <a:schemeClr val="tx2"/>
                  </a:solidFill>
                  <a:prstDash val="soli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62" name="Straight Connector 61">
                  <a:extLst>
                    <a:ext uri="{FF2B5EF4-FFF2-40B4-BE49-F238E27FC236}">
                      <a16:creationId xmlns:a16="http://schemas.microsoft.com/office/drawing/2014/main" id="{0AB86A45-2D58-45E4-94DD-F3FABE3706A2}"/>
                    </a:ext>
                  </a:extLst>
                </p:cNvPr>
                <p:cNvCxnSpPr/>
                <p:nvPr/>
              </p:nvCxnSpPr>
              <p:spPr>
                <a:xfrm>
                  <a:off x="5964382" y="4691857"/>
                  <a:ext cx="0" cy="1076631"/>
                </a:xfrm>
                <a:prstGeom prst="line">
                  <a:avLst/>
                </a:prstGeom>
                <a:ln w="28575">
                  <a:solidFill>
                    <a:schemeClr val="tx2"/>
                  </a:solidFill>
                  <a:prstDash val="soli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63" name="Straight Connector 62">
                  <a:extLst>
                    <a:ext uri="{FF2B5EF4-FFF2-40B4-BE49-F238E27FC236}">
                      <a16:creationId xmlns:a16="http://schemas.microsoft.com/office/drawing/2014/main" id="{744982D4-26EF-4689-9836-5C21CFAADD1A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2581102" y="4494588"/>
                  <a:ext cx="1151313" cy="1205345"/>
                </a:xfrm>
                <a:prstGeom prst="line">
                  <a:avLst/>
                </a:prstGeom>
                <a:ln w="28575">
                  <a:solidFill>
                    <a:schemeClr val="tx2"/>
                  </a:solidFill>
                  <a:prstDash val="soli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64" name="Straight Connector 63">
                  <a:extLst>
                    <a:ext uri="{FF2B5EF4-FFF2-40B4-BE49-F238E27FC236}">
                      <a16:creationId xmlns:a16="http://schemas.microsoft.com/office/drawing/2014/main" id="{2E81B59E-2A69-4D75-9196-CECB0CB8C0B6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2660073" y="4494588"/>
                  <a:ext cx="1151313" cy="1205345"/>
                </a:xfrm>
                <a:prstGeom prst="line">
                  <a:avLst/>
                </a:prstGeom>
                <a:ln w="28575">
                  <a:solidFill>
                    <a:schemeClr val="tx2"/>
                  </a:solidFill>
                  <a:prstDash val="soli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pic>
              <p:nvPicPr>
                <p:cNvPr id="65" name="Picture 64">
                  <a:extLst>
                    <a:ext uri="{FF2B5EF4-FFF2-40B4-BE49-F238E27FC236}">
                      <a16:creationId xmlns:a16="http://schemas.microsoft.com/office/drawing/2014/main" id="{B1D61435-8977-4818-A1D4-B336B124B5DF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13" cstate="screen">
                  <a:extLst>
                    <a:ext uri="{28A0092B-C50C-407E-A947-70E740481C1C}">
                      <a14:useLocalDpi xmlns:a14="http://schemas.microsoft.com/office/drawing/2010/main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2425972" y="5539528"/>
                  <a:ext cx="386803" cy="386803"/>
                </a:xfrm>
                <a:prstGeom prst="rect">
                  <a:avLst/>
                </a:prstGeom>
              </p:spPr>
            </p:pic>
            <p:sp>
              <p:nvSpPr>
                <p:cNvPr id="66" name="TextBox 65">
                  <a:extLst>
                    <a:ext uri="{FF2B5EF4-FFF2-40B4-BE49-F238E27FC236}">
                      <a16:creationId xmlns:a16="http://schemas.microsoft.com/office/drawing/2014/main" id="{6E8384B4-8B54-421C-8F43-7E3BB4C220C7}"/>
                    </a:ext>
                  </a:extLst>
                </p:cNvPr>
                <p:cNvSpPr txBox="1"/>
                <p:nvPr/>
              </p:nvSpPr>
              <p:spPr>
                <a:xfrm>
                  <a:off x="2341995" y="5902840"/>
                  <a:ext cx="558701" cy="248358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1400" b="0" i="0" u="none" strike="noStrike" kern="1200" cap="none" spc="0" normalizeH="0" baseline="0" noProof="0">
                      <a:ln>
                        <a:noFill/>
                      </a:ln>
                      <a:solidFill>
                        <a:srgbClr val="222222">
                          <a:lumMod val="75000"/>
                          <a:lumOff val="25000"/>
                        </a:srgbClr>
                      </a:solidFill>
                      <a:effectLst/>
                      <a:uLnTx/>
                      <a:uFillTx/>
                      <a:latin typeface="Calibri" panose="020F0502020204030204"/>
                      <a:ea typeface="+mn-ea"/>
                      <a:cs typeface="+mn-cs"/>
                    </a:rPr>
                    <a:t>Branch</a:t>
                  </a:r>
                </a:p>
              </p:txBody>
            </p:sp>
            <p:sp>
              <p:nvSpPr>
                <p:cNvPr id="67" name="TextBox 66">
                  <a:extLst>
                    <a:ext uri="{FF2B5EF4-FFF2-40B4-BE49-F238E27FC236}">
                      <a16:creationId xmlns:a16="http://schemas.microsoft.com/office/drawing/2014/main" id="{BDA958BE-C6C2-4408-90C7-ACC88A4BC70B}"/>
                    </a:ext>
                  </a:extLst>
                </p:cNvPr>
                <p:cNvSpPr txBox="1"/>
                <p:nvPr/>
              </p:nvSpPr>
              <p:spPr>
                <a:xfrm rot="18900000">
                  <a:off x="2906463" y="4800777"/>
                  <a:ext cx="627829" cy="248358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1400" b="0" i="0" u="none" strike="noStrike" kern="1200" cap="none" spc="0" normalizeH="0" baseline="0" noProof="0">
                      <a:ln>
                        <a:noFill/>
                      </a:ln>
                      <a:solidFill>
                        <a:srgbClr val="222222"/>
                      </a:solidFill>
                      <a:effectLst/>
                      <a:uLnTx/>
                      <a:uFillTx/>
                      <a:latin typeface="Calibri" panose="020F0502020204030204"/>
                      <a:ea typeface="+mn-ea"/>
                      <a:cs typeface="+mn-cs"/>
                    </a:rPr>
                    <a:t>Internet</a:t>
                  </a:r>
                </a:p>
              </p:txBody>
            </p:sp>
            <p:sp>
              <p:nvSpPr>
                <p:cNvPr id="68" name="TextBox 67">
                  <a:extLst>
                    <a:ext uri="{FF2B5EF4-FFF2-40B4-BE49-F238E27FC236}">
                      <a16:creationId xmlns:a16="http://schemas.microsoft.com/office/drawing/2014/main" id="{9A6D93F8-6CB3-4384-9D3E-AA47CB4F2280}"/>
                    </a:ext>
                  </a:extLst>
                </p:cNvPr>
                <p:cNvSpPr txBox="1"/>
                <p:nvPr/>
              </p:nvSpPr>
              <p:spPr>
                <a:xfrm>
                  <a:off x="5703862" y="5902840"/>
                  <a:ext cx="802712" cy="248358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1400" b="0" i="0" u="none" strike="noStrike" kern="1200" cap="none" spc="0" normalizeH="0" baseline="0" noProof="0">
                      <a:ln>
                        <a:noFill/>
                      </a:ln>
                      <a:solidFill>
                        <a:srgbClr val="222222">
                          <a:lumMod val="75000"/>
                          <a:lumOff val="25000"/>
                        </a:srgbClr>
                      </a:solidFill>
                      <a:effectLst/>
                      <a:uLnTx/>
                      <a:uFillTx/>
                      <a:latin typeface="Calibri" panose="020F0502020204030204"/>
                      <a:ea typeface="+mn-ea"/>
                      <a:cs typeface="+mn-cs"/>
                    </a:rPr>
                    <a:t>Datacenter</a:t>
                  </a:r>
                </a:p>
              </p:txBody>
            </p:sp>
            <p:pic>
              <p:nvPicPr>
                <p:cNvPr id="69" name="Picture 68">
                  <a:extLst>
                    <a:ext uri="{FF2B5EF4-FFF2-40B4-BE49-F238E27FC236}">
                      <a16:creationId xmlns:a16="http://schemas.microsoft.com/office/drawing/2014/main" id="{0AB60BBF-0970-4DE8-8C1A-4E70D5D92CC7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14" cstate="screen">
                  <a:extLst>
                    <a:ext uri="{28A0092B-C50C-407E-A947-70E740481C1C}">
                      <a14:useLocalDpi xmlns:a14="http://schemas.microsoft.com/office/drawing/2010/main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5909005" y="5539528"/>
                  <a:ext cx="386803" cy="386803"/>
                </a:xfrm>
                <a:prstGeom prst="rect">
                  <a:avLst/>
                </a:prstGeom>
              </p:spPr>
            </p:pic>
            <p:pic>
              <p:nvPicPr>
                <p:cNvPr id="70" name="Picture 69">
                  <a:extLst>
                    <a:ext uri="{FF2B5EF4-FFF2-40B4-BE49-F238E27FC236}">
                      <a16:creationId xmlns:a16="http://schemas.microsoft.com/office/drawing/2014/main" id="{1E9FBCE4-3F3A-443F-A8F3-AB6D10AC3787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15" cstate="screen">
                  <a:extLst>
                    <a:ext uri="{28A0092B-C50C-407E-A947-70E740481C1C}">
                      <a14:useLocalDpi xmlns:a14="http://schemas.microsoft.com/office/drawing/2010/main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2686637" y="5257377"/>
                  <a:ext cx="504052" cy="232082"/>
                </a:xfrm>
                <a:prstGeom prst="rect">
                  <a:avLst/>
                </a:prstGeom>
              </p:spPr>
            </p:pic>
            <p:pic>
              <p:nvPicPr>
                <p:cNvPr id="71" name="Picture 70">
                  <a:extLst>
                    <a:ext uri="{FF2B5EF4-FFF2-40B4-BE49-F238E27FC236}">
                      <a16:creationId xmlns:a16="http://schemas.microsoft.com/office/drawing/2014/main" id="{691102DE-4793-49F8-9F4A-E1BE85C1FB39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15" cstate="screen">
                  <a:extLst>
                    <a:ext uri="{28A0092B-C50C-407E-A947-70E740481C1C}">
                      <a14:useLocalDpi xmlns:a14="http://schemas.microsoft.com/office/drawing/2010/main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5571153" y="5257377"/>
                  <a:ext cx="504052" cy="232082"/>
                </a:xfrm>
                <a:prstGeom prst="rect">
                  <a:avLst/>
                </a:prstGeom>
              </p:spPr>
            </p:pic>
          </p:grpSp>
          <p:sp>
            <p:nvSpPr>
              <p:cNvPr id="60" name="TextBox 59">
                <a:extLst>
                  <a:ext uri="{FF2B5EF4-FFF2-40B4-BE49-F238E27FC236}">
                    <a16:creationId xmlns:a16="http://schemas.microsoft.com/office/drawing/2014/main" id="{5EA6B87B-1EC6-4579-B591-BEE9103EBDDE}"/>
                  </a:ext>
                </a:extLst>
              </p:cNvPr>
              <p:cNvSpPr txBox="1"/>
              <p:nvPr/>
            </p:nvSpPr>
            <p:spPr>
              <a:xfrm>
                <a:off x="3149296" y="5472835"/>
                <a:ext cx="149067" cy="24835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400" b="0" i="0" u="none" strike="noStrike" kern="1200" cap="none" spc="0" normalizeH="0" baseline="0" noProof="0">
                  <a:ln>
                    <a:noFill/>
                  </a:ln>
                  <a:solidFill>
                    <a:srgbClr val="222222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  <p:grpSp>
          <p:nvGrpSpPr>
            <p:cNvPr id="48" name="Group 47">
              <a:extLst>
                <a:ext uri="{FF2B5EF4-FFF2-40B4-BE49-F238E27FC236}">
                  <a16:creationId xmlns:a16="http://schemas.microsoft.com/office/drawing/2014/main" id="{73606AB8-DE73-4D03-A34B-1DACEDFD2C4A}"/>
                </a:ext>
              </a:extLst>
            </p:cNvPr>
            <p:cNvGrpSpPr/>
            <p:nvPr/>
          </p:nvGrpSpPr>
          <p:grpSpPr>
            <a:xfrm>
              <a:off x="1685531" y="3843892"/>
              <a:ext cx="4359490" cy="1334211"/>
              <a:chOff x="2396017" y="3843570"/>
              <a:chExt cx="2638394" cy="807473"/>
            </a:xfrm>
          </p:grpSpPr>
          <p:grpSp>
            <p:nvGrpSpPr>
              <p:cNvPr id="49" name="Group 48">
                <a:extLst>
                  <a:ext uri="{FF2B5EF4-FFF2-40B4-BE49-F238E27FC236}">
                    <a16:creationId xmlns:a16="http://schemas.microsoft.com/office/drawing/2014/main" id="{F7FD70F8-9CBB-4A9D-86B9-62203CC4B9D3}"/>
                  </a:ext>
                </a:extLst>
              </p:cNvPr>
              <p:cNvGrpSpPr/>
              <p:nvPr/>
            </p:nvGrpSpPr>
            <p:grpSpPr>
              <a:xfrm>
                <a:off x="4599950" y="3843570"/>
                <a:ext cx="434461" cy="807473"/>
                <a:chOff x="6133238" y="4691857"/>
                <a:chExt cx="579279" cy="1076631"/>
              </a:xfrm>
            </p:grpSpPr>
            <p:cxnSp>
              <p:nvCxnSpPr>
                <p:cNvPr id="56" name="Straight Connector 55">
                  <a:extLst>
                    <a:ext uri="{FF2B5EF4-FFF2-40B4-BE49-F238E27FC236}">
                      <a16:creationId xmlns:a16="http://schemas.microsoft.com/office/drawing/2014/main" id="{E9FA0D9D-78EC-439D-A5D1-8059D6E283DB}"/>
                    </a:ext>
                  </a:extLst>
                </p:cNvPr>
                <p:cNvCxnSpPr/>
                <p:nvPr/>
              </p:nvCxnSpPr>
              <p:spPr>
                <a:xfrm>
                  <a:off x="6213764" y="4691857"/>
                  <a:ext cx="0" cy="1076631"/>
                </a:xfrm>
                <a:prstGeom prst="line">
                  <a:avLst/>
                </a:prstGeom>
                <a:ln w="12700">
                  <a:solidFill>
                    <a:schemeClr val="tx2"/>
                  </a:solidFill>
                  <a:prstDash val="soli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pic>
              <p:nvPicPr>
                <p:cNvPr id="57" name="Picture 56">
                  <a:extLst>
                    <a:ext uri="{FF2B5EF4-FFF2-40B4-BE49-F238E27FC236}">
                      <a16:creationId xmlns:a16="http://schemas.microsoft.com/office/drawing/2014/main" id="{5352871A-4B20-4D54-81C2-59E3AE55EBD7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16" cstate="screen">
                  <a:extLst>
                    <a:ext uri="{28A0092B-C50C-407E-A947-70E740481C1C}">
                      <a14:useLocalDpi xmlns:a14="http://schemas.microsoft.com/office/drawing/2010/main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6133238" y="5278232"/>
                  <a:ext cx="165773" cy="165773"/>
                </a:xfrm>
                <a:prstGeom prst="rect">
                  <a:avLst/>
                </a:prstGeom>
              </p:spPr>
            </p:pic>
            <p:sp>
              <p:nvSpPr>
                <p:cNvPr id="58" name="TextBox 57">
                  <a:extLst>
                    <a:ext uri="{FF2B5EF4-FFF2-40B4-BE49-F238E27FC236}">
                      <a16:creationId xmlns:a16="http://schemas.microsoft.com/office/drawing/2014/main" id="{B04CD08D-D845-440E-BC1C-22973FACD378}"/>
                    </a:ext>
                  </a:extLst>
                </p:cNvPr>
                <p:cNvSpPr txBox="1"/>
                <p:nvPr/>
              </p:nvSpPr>
              <p:spPr>
                <a:xfrm>
                  <a:off x="6251735" y="5240441"/>
                  <a:ext cx="460782" cy="247124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1400" b="0" i="0" u="none" strike="noStrike" kern="1200" cap="none" spc="0" normalizeH="0" baseline="0" noProof="0">
                      <a:ln>
                        <a:noFill/>
                      </a:ln>
                      <a:solidFill>
                        <a:srgbClr val="222222">
                          <a:lumMod val="75000"/>
                          <a:lumOff val="25000"/>
                        </a:srgbClr>
                      </a:solidFill>
                      <a:effectLst/>
                      <a:uLnTx/>
                      <a:uFillTx/>
                      <a:latin typeface="Calibri" panose="020F0502020204030204"/>
                      <a:ea typeface="+mn-ea"/>
                      <a:cs typeface="+mn-cs"/>
                    </a:rPr>
                    <a:t>IPSec</a:t>
                  </a:r>
                </a:p>
              </p:txBody>
            </p:sp>
          </p:grpSp>
          <p:grpSp>
            <p:nvGrpSpPr>
              <p:cNvPr id="50" name="Group 49">
                <a:extLst>
                  <a:ext uri="{FF2B5EF4-FFF2-40B4-BE49-F238E27FC236}">
                    <a16:creationId xmlns:a16="http://schemas.microsoft.com/office/drawing/2014/main" id="{0FC0B286-A8C8-466B-9485-4EAE107F1B50}"/>
                  </a:ext>
                </a:extLst>
              </p:cNvPr>
              <p:cNvGrpSpPr/>
              <p:nvPr/>
            </p:nvGrpSpPr>
            <p:grpSpPr>
              <a:xfrm>
                <a:off x="2396017" y="4155935"/>
                <a:ext cx="1779347" cy="380912"/>
                <a:chOff x="3194690" y="5108339"/>
                <a:chExt cx="2372462" cy="507882"/>
              </a:xfrm>
            </p:grpSpPr>
            <p:cxnSp>
              <p:nvCxnSpPr>
                <p:cNvPr id="51" name="Straight Connector 50">
                  <a:extLst>
                    <a:ext uri="{FF2B5EF4-FFF2-40B4-BE49-F238E27FC236}">
                      <a16:creationId xmlns:a16="http://schemas.microsoft.com/office/drawing/2014/main" id="{8F97E215-44BC-45A4-8DE5-C2B822155655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3194690" y="5311073"/>
                  <a:ext cx="2372462" cy="0"/>
                </a:xfrm>
                <a:prstGeom prst="line">
                  <a:avLst/>
                </a:prstGeom>
                <a:ln w="12700">
                  <a:solidFill>
                    <a:schemeClr val="tx2">
                      <a:lumMod val="50000"/>
                      <a:lumOff val="50000"/>
                    </a:schemeClr>
                  </a:solidFill>
                  <a:prstDash val="soli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2" name="Straight Connector 51">
                  <a:extLst>
                    <a:ext uri="{FF2B5EF4-FFF2-40B4-BE49-F238E27FC236}">
                      <a16:creationId xmlns:a16="http://schemas.microsoft.com/office/drawing/2014/main" id="{37E4DE64-2A8E-481B-A828-D51D8E0D0A5D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3194690" y="5344324"/>
                  <a:ext cx="2372462" cy="0"/>
                </a:xfrm>
                <a:prstGeom prst="line">
                  <a:avLst/>
                </a:prstGeom>
                <a:ln w="12700">
                  <a:solidFill>
                    <a:schemeClr val="tx2">
                      <a:lumMod val="50000"/>
                      <a:lumOff val="50000"/>
                    </a:schemeClr>
                  </a:solidFill>
                  <a:prstDash val="soli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53" name="TextBox 52">
                  <a:extLst>
                    <a:ext uri="{FF2B5EF4-FFF2-40B4-BE49-F238E27FC236}">
                      <a16:creationId xmlns:a16="http://schemas.microsoft.com/office/drawing/2014/main" id="{DE01010B-EB1C-4D22-856D-BB4C3B9EC8CD}"/>
                    </a:ext>
                  </a:extLst>
                </p:cNvPr>
                <p:cNvSpPr txBox="1"/>
                <p:nvPr/>
              </p:nvSpPr>
              <p:spPr>
                <a:xfrm>
                  <a:off x="4055159" y="5108339"/>
                  <a:ext cx="627830" cy="248358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1400" b="0" i="0" u="none" strike="noStrike" kern="1200" cap="none" spc="0" normalizeH="0" baseline="0" noProof="0">
                      <a:ln>
                        <a:noFill/>
                      </a:ln>
                      <a:solidFill>
                        <a:srgbClr val="222222">
                          <a:lumMod val="50000"/>
                          <a:lumOff val="50000"/>
                        </a:srgbClr>
                      </a:solidFill>
                      <a:effectLst/>
                      <a:uLnTx/>
                      <a:uFillTx/>
                      <a:latin typeface="Calibri" panose="020F0502020204030204"/>
                      <a:ea typeface="+mn-ea"/>
                      <a:cs typeface="+mn-cs"/>
                    </a:rPr>
                    <a:t>Internet</a:t>
                  </a:r>
                </a:p>
              </p:txBody>
            </p:sp>
            <p:cxnSp>
              <p:nvCxnSpPr>
                <p:cNvPr id="54" name="Straight Connector 53">
                  <a:extLst>
                    <a:ext uri="{FF2B5EF4-FFF2-40B4-BE49-F238E27FC236}">
                      <a16:creationId xmlns:a16="http://schemas.microsoft.com/office/drawing/2014/main" id="{526D9871-F0BA-4838-AF60-B86BA69DA527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3194690" y="5406670"/>
                  <a:ext cx="2372462" cy="0"/>
                </a:xfrm>
                <a:prstGeom prst="line">
                  <a:avLst/>
                </a:prstGeom>
                <a:ln w="12700">
                  <a:solidFill>
                    <a:schemeClr val="tx2">
                      <a:lumMod val="50000"/>
                      <a:lumOff val="50000"/>
                    </a:schemeClr>
                  </a:solidFill>
                  <a:prstDash val="soli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55" name="TextBox 54">
                  <a:extLst>
                    <a:ext uri="{FF2B5EF4-FFF2-40B4-BE49-F238E27FC236}">
                      <a16:creationId xmlns:a16="http://schemas.microsoft.com/office/drawing/2014/main" id="{0FFB6332-E207-450C-BED3-C6D1F6958287}"/>
                    </a:ext>
                  </a:extLst>
                </p:cNvPr>
                <p:cNvSpPr txBox="1"/>
                <p:nvPr/>
              </p:nvSpPr>
              <p:spPr>
                <a:xfrm>
                  <a:off x="4132245" y="5369098"/>
                  <a:ext cx="473654" cy="247123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1400" b="0" i="0" u="none" strike="noStrike" kern="1200" cap="none" spc="0" normalizeH="0" baseline="0" noProof="0">
                      <a:ln>
                        <a:noFill/>
                      </a:ln>
                      <a:solidFill>
                        <a:srgbClr val="222222">
                          <a:lumMod val="50000"/>
                          <a:lumOff val="50000"/>
                        </a:srgbClr>
                      </a:solidFill>
                      <a:effectLst/>
                      <a:uLnTx/>
                      <a:uFillTx/>
                      <a:latin typeface="Calibri" panose="020F0502020204030204"/>
                      <a:ea typeface="+mn-ea"/>
                      <a:cs typeface="+mn-cs"/>
                    </a:rPr>
                    <a:t>MPLS</a:t>
                  </a:r>
                </a:p>
              </p:txBody>
            </p:sp>
          </p:grpSp>
        </p:grpSp>
      </p:grpSp>
      <p:grpSp>
        <p:nvGrpSpPr>
          <p:cNvPr id="72" name="Group 71">
            <a:extLst>
              <a:ext uri="{FF2B5EF4-FFF2-40B4-BE49-F238E27FC236}">
                <a16:creationId xmlns:a16="http://schemas.microsoft.com/office/drawing/2014/main" id="{CB537592-4924-4167-AE35-E41488CBE0F6}"/>
              </a:ext>
            </a:extLst>
          </p:cNvPr>
          <p:cNvGrpSpPr/>
          <p:nvPr userDrawn="1"/>
        </p:nvGrpSpPr>
        <p:grpSpPr>
          <a:xfrm>
            <a:off x="8374446" y="2534521"/>
            <a:ext cx="2549849" cy="1260980"/>
            <a:chOff x="7933691" y="3635269"/>
            <a:chExt cx="2057578" cy="1017537"/>
          </a:xfrm>
        </p:grpSpPr>
        <p:cxnSp>
          <p:nvCxnSpPr>
            <p:cNvPr id="73" name="Straight Connector 72">
              <a:extLst>
                <a:ext uri="{FF2B5EF4-FFF2-40B4-BE49-F238E27FC236}">
                  <a16:creationId xmlns:a16="http://schemas.microsoft.com/office/drawing/2014/main" id="{613186F5-70D5-4CDD-8047-6C27B58E308E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546632" y="4084273"/>
              <a:ext cx="632706" cy="351943"/>
            </a:xfrm>
            <a:prstGeom prst="line">
              <a:avLst/>
            </a:prstGeom>
            <a:ln w="28575">
              <a:solidFill>
                <a:schemeClr val="tx2"/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4" name="Straight Connector 73">
              <a:extLst>
                <a:ext uri="{FF2B5EF4-FFF2-40B4-BE49-F238E27FC236}">
                  <a16:creationId xmlns:a16="http://schemas.microsoft.com/office/drawing/2014/main" id="{18440997-A3CC-4BF2-9D22-75CBD20B571F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8548653" y="3792252"/>
              <a:ext cx="315764" cy="499960"/>
            </a:xfrm>
            <a:prstGeom prst="line">
              <a:avLst/>
            </a:prstGeom>
            <a:ln w="28575">
              <a:solidFill>
                <a:schemeClr val="tx2"/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5" name="TextBox 74">
              <a:extLst>
                <a:ext uri="{FF2B5EF4-FFF2-40B4-BE49-F238E27FC236}">
                  <a16:creationId xmlns:a16="http://schemas.microsoft.com/office/drawing/2014/main" id="{48D25B4C-0364-4D0C-B5E9-8DBAABAB652F}"/>
                </a:ext>
              </a:extLst>
            </p:cNvPr>
            <p:cNvSpPr txBox="1"/>
            <p:nvPr/>
          </p:nvSpPr>
          <p:spPr>
            <a:xfrm>
              <a:off x="8703949" y="4404448"/>
              <a:ext cx="1287320" cy="24835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0" i="0" u="none" strike="noStrike" kern="1200" cap="none" spc="0" normalizeH="0" baseline="0" noProof="0">
                  <a:ln>
                    <a:noFill/>
                  </a:ln>
                  <a:solidFill>
                    <a:srgbClr val="222222">
                      <a:lumMod val="75000"/>
                      <a:lumOff val="25000"/>
                    </a:srgbClr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Hybrid/Multi Cloud</a:t>
              </a:r>
            </a:p>
          </p:txBody>
        </p:sp>
        <p:cxnSp>
          <p:nvCxnSpPr>
            <p:cNvPr id="76" name="Straight Connector 75">
              <a:extLst>
                <a:ext uri="{FF2B5EF4-FFF2-40B4-BE49-F238E27FC236}">
                  <a16:creationId xmlns:a16="http://schemas.microsoft.com/office/drawing/2014/main" id="{3144AE58-932F-491C-886D-88E6FF91EDCF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8486158" y="3792252"/>
              <a:ext cx="315764" cy="499960"/>
            </a:xfrm>
            <a:prstGeom prst="line">
              <a:avLst/>
            </a:prstGeom>
            <a:ln w="28575">
              <a:solidFill>
                <a:schemeClr val="tx2"/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7" name="TextBox 76">
              <a:extLst>
                <a:ext uri="{FF2B5EF4-FFF2-40B4-BE49-F238E27FC236}">
                  <a16:creationId xmlns:a16="http://schemas.microsoft.com/office/drawing/2014/main" id="{61F2E688-E77C-4AC5-82D7-08E98A99FB69}"/>
                </a:ext>
              </a:extLst>
            </p:cNvPr>
            <p:cNvSpPr txBox="1"/>
            <p:nvPr/>
          </p:nvSpPr>
          <p:spPr>
            <a:xfrm>
              <a:off x="7933691" y="3885274"/>
              <a:ext cx="728206" cy="24835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1" i="0" u="none" strike="noStrike" kern="1200" cap="none" spc="0" normalizeH="0" baseline="0" noProof="0">
                  <a:ln>
                    <a:noFill/>
                  </a:ln>
                  <a:solidFill>
                    <a:srgbClr val="158864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Agentless</a:t>
              </a:r>
            </a:p>
          </p:txBody>
        </p:sp>
        <p:pic>
          <p:nvPicPr>
            <p:cNvPr id="78" name="Picture 77">
              <a:extLst>
                <a:ext uri="{FF2B5EF4-FFF2-40B4-BE49-F238E27FC236}">
                  <a16:creationId xmlns:a16="http://schemas.microsoft.com/office/drawing/2014/main" id="{E8969B40-1FF2-4EA9-B217-15AFAEDC67FE}"/>
                </a:ext>
              </a:extLst>
            </p:cNvPr>
            <p:cNvPicPr>
              <a:picLocks noChangeAspect="1"/>
            </p:cNvPicPr>
            <p:nvPr/>
          </p:nvPicPr>
          <p:blipFill>
            <a:blip r:embed="rId17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8581176" y="3635269"/>
              <a:ext cx="408906" cy="268920"/>
            </a:xfrm>
            <a:prstGeom prst="rect">
              <a:avLst/>
            </a:prstGeom>
          </p:spPr>
        </p:pic>
        <p:cxnSp>
          <p:nvCxnSpPr>
            <p:cNvPr id="79" name="Straight Connector 78">
              <a:extLst>
                <a:ext uri="{FF2B5EF4-FFF2-40B4-BE49-F238E27FC236}">
                  <a16:creationId xmlns:a16="http://schemas.microsoft.com/office/drawing/2014/main" id="{508C7B82-C580-4B83-89CA-F4F008052BE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546632" y="4150057"/>
              <a:ext cx="632706" cy="351943"/>
            </a:xfrm>
            <a:prstGeom prst="line">
              <a:avLst/>
            </a:prstGeom>
            <a:ln w="28575">
              <a:solidFill>
                <a:schemeClr val="tx2"/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80" name="Picture 79">
              <a:extLst>
                <a:ext uri="{FF2B5EF4-FFF2-40B4-BE49-F238E27FC236}">
                  <a16:creationId xmlns:a16="http://schemas.microsoft.com/office/drawing/2014/main" id="{90BFE486-1AEF-468F-AF11-D7D8E81DB095}"/>
                </a:ext>
              </a:extLst>
            </p:cNvPr>
            <p:cNvPicPr>
              <a:picLocks noChangeAspect="1"/>
            </p:cNvPicPr>
            <p:nvPr/>
          </p:nvPicPr>
          <p:blipFill>
            <a:blip r:embed="rId18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8911182" y="4000364"/>
              <a:ext cx="405222" cy="268920"/>
            </a:xfrm>
            <a:prstGeom prst="rect">
              <a:avLst/>
            </a:prstGeom>
          </p:spPr>
        </p:pic>
      </p:grpSp>
      <p:pic>
        <p:nvPicPr>
          <p:cNvPr id="81" name="Picture 80">
            <a:extLst>
              <a:ext uri="{FF2B5EF4-FFF2-40B4-BE49-F238E27FC236}">
                <a16:creationId xmlns:a16="http://schemas.microsoft.com/office/drawing/2014/main" id="{F5033CFE-9B8E-410C-B417-4CB613FB800D}"/>
              </a:ext>
            </a:extLst>
          </p:cNvPr>
          <p:cNvPicPr>
            <a:picLocks noChangeAspect="1"/>
          </p:cNvPicPr>
          <p:nvPr userDrawn="1"/>
        </p:nvPicPr>
        <p:blipFill>
          <a:blip r:embed="rId19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727801" y="3256830"/>
            <a:ext cx="553156" cy="617158"/>
          </a:xfrm>
          <a:prstGeom prst="rect">
            <a:avLst/>
          </a:prstGeom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</p:pic>
      <p:grpSp>
        <p:nvGrpSpPr>
          <p:cNvPr id="82" name="Group 81">
            <a:extLst>
              <a:ext uri="{FF2B5EF4-FFF2-40B4-BE49-F238E27FC236}">
                <a16:creationId xmlns:a16="http://schemas.microsoft.com/office/drawing/2014/main" id="{95457DCE-0417-4047-97DD-48FA029E66F7}"/>
              </a:ext>
            </a:extLst>
          </p:cNvPr>
          <p:cNvGrpSpPr/>
          <p:nvPr userDrawn="1"/>
        </p:nvGrpSpPr>
        <p:grpSpPr>
          <a:xfrm>
            <a:off x="8739024" y="3730813"/>
            <a:ext cx="2020784" cy="1921561"/>
            <a:chOff x="8227895" y="4600609"/>
            <a:chExt cx="1630654" cy="1550589"/>
          </a:xfrm>
        </p:grpSpPr>
        <p:cxnSp>
          <p:nvCxnSpPr>
            <p:cNvPr id="83" name="Straight Connector 82">
              <a:extLst>
                <a:ext uri="{FF2B5EF4-FFF2-40B4-BE49-F238E27FC236}">
                  <a16:creationId xmlns:a16="http://schemas.microsoft.com/office/drawing/2014/main" id="{4B6569F7-8952-4279-A944-3225908E89BD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8589891" y="4600609"/>
              <a:ext cx="890775" cy="1036980"/>
            </a:xfrm>
            <a:prstGeom prst="line">
              <a:avLst/>
            </a:prstGeom>
            <a:ln w="12700">
              <a:solidFill>
                <a:schemeClr val="tx2"/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4" name="TextBox 83">
              <a:extLst>
                <a:ext uri="{FF2B5EF4-FFF2-40B4-BE49-F238E27FC236}">
                  <a16:creationId xmlns:a16="http://schemas.microsoft.com/office/drawing/2014/main" id="{28E0890A-9042-4D6C-879B-87DA8816E80A}"/>
                </a:ext>
              </a:extLst>
            </p:cNvPr>
            <p:cNvSpPr txBox="1"/>
            <p:nvPr/>
          </p:nvSpPr>
          <p:spPr>
            <a:xfrm>
              <a:off x="9293016" y="5902840"/>
              <a:ext cx="565533" cy="24835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0" i="0" u="none" strike="noStrike" kern="1200" cap="none" spc="0" normalizeH="0" baseline="0" noProof="0">
                  <a:ln>
                    <a:noFill/>
                  </a:ln>
                  <a:solidFill>
                    <a:srgbClr val="222222">
                      <a:lumMod val="75000"/>
                      <a:lumOff val="25000"/>
                    </a:srgbClr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Mobile</a:t>
              </a:r>
            </a:p>
          </p:txBody>
        </p:sp>
        <p:pic>
          <p:nvPicPr>
            <p:cNvPr id="85" name="Picture 84">
              <a:extLst>
                <a:ext uri="{FF2B5EF4-FFF2-40B4-BE49-F238E27FC236}">
                  <a16:creationId xmlns:a16="http://schemas.microsoft.com/office/drawing/2014/main" id="{D8CD6965-F9D0-40F8-BB5B-E6D8517732FF}"/>
                </a:ext>
              </a:extLst>
            </p:cNvPr>
            <p:cNvPicPr>
              <a:picLocks noChangeAspect="1"/>
            </p:cNvPicPr>
            <p:nvPr/>
          </p:nvPicPr>
          <p:blipFill>
            <a:blip r:embed="rId20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9379569" y="5539528"/>
              <a:ext cx="386803" cy="386803"/>
            </a:xfrm>
            <a:prstGeom prst="rect">
              <a:avLst/>
            </a:prstGeom>
          </p:spPr>
        </p:pic>
        <p:pic>
          <p:nvPicPr>
            <p:cNvPr id="86" name="Picture 85">
              <a:extLst>
                <a:ext uri="{FF2B5EF4-FFF2-40B4-BE49-F238E27FC236}">
                  <a16:creationId xmlns:a16="http://schemas.microsoft.com/office/drawing/2014/main" id="{82AD8B31-6CFD-4DB9-9FE3-EBBB412453C2}"/>
                </a:ext>
              </a:extLst>
            </p:cNvPr>
            <p:cNvPicPr>
              <a:picLocks noChangeAspect="1"/>
            </p:cNvPicPr>
            <p:nvPr/>
          </p:nvPicPr>
          <p:blipFill>
            <a:blip r:embed="rId21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9315862" y="5467413"/>
              <a:ext cx="121567" cy="121567"/>
            </a:xfrm>
            <a:prstGeom prst="rect">
              <a:avLst/>
            </a:prstGeom>
          </p:spPr>
        </p:pic>
        <p:sp>
          <p:nvSpPr>
            <p:cNvPr id="87" name="TextBox 86">
              <a:extLst>
                <a:ext uri="{FF2B5EF4-FFF2-40B4-BE49-F238E27FC236}">
                  <a16:creationId xmlns:a16="http://schemas.microsoft.com/office/drawing/2014/main" id="{1694C39C-6649-4AA1-B8EA-EDCE0C0CF5AB}"/>
                </a:ext>
              </a:extLst>
            </p:cNvPr>
            <p:cNvSpPr txBox="1"/>
            <p:nvPr/>
          </p:nvSpPr>
          <p:spPr>
            <a:xfrm>
              <a:off x="8227895" y="5395827"/>
              <a:ext cx="1131994" cy="42220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1" i="0" u="none" strike="noStrike" kern="1200" cap="none" spc="0" normalizeH="0" baseline="0" noProof="0">
                  <a:ln>
                    <a:noFill/>
                  </a:ln>
                  <a:solidFill>
                    <a:srgbClr val="158864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Client/Clientless</a:t>
              </a:r>
              <a:br>
                <a:rPr kumimoji="0" lang="en-US" sz="1400" b="1" i="0" u="none" strike="noStrike" kern="1200" cap="none" spc="0" normalizeH="0" baseline="0" noProof="0">
                  <a:ln>
                    <a:noFill/>
                  </a:ln>
                  <a:solidFill>
                    <a:srgbClr val="158864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</a:br>
              <a:r>
                <a:rPr kumimoji="0" lang="en-US" sz="1400" b="1" i="0" u="none" strike="noStrike" kern="1200" cap="none" spc="0" normalizeH="0" baseline="0" noProof="0">
                  <a:ln>
                    <a:noFill/>
                  </a:ln>
                  <a:solidFill>
                    <a:srgbClr val="158864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SDP</a:t>
              </a:r>
            </a:p>
          </p:txBody>
        </p:sp>
      </p:grpSp>
      <p:pic>
        <p:nvPicPr>
          <p:cNvPr id="88" name="Picture 87">
            <a:extLst>
              <a:ext uri="{FF2B5EF4-FFF2-40B4-BE49-F238E27FC236}">
                <a16:creationId xmlns:a16="http://schemas.microsoft.com/office/drawing/2014/main" id="{C618EBB4-E3B9-4F20-8FA5-CC2095C71B4B}"/>
              </a:ext>
            </a:extLst>
          </p:cNvPr>
          <p:cNvPicPr>
            <a:picLocks noChangeAspect="1"/>
          </p:cNvPicPr>
          <p:nvPr userDrawn="1"/>
        </p:nvPicPr>
        <p:blipFill>
          <a:blip r:embed="rId19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909652" y="3256830"/>
            <a:ext cx="553156" cy="617158"/>
          </a:xfrm>
          <a:prstGeom prst="rect">
            <a:avLst/>
          </a:prstGeom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</p:pic>
      <p:sp>
        <p:nvSpPr>
          <p:cNvPr id="89" name="TextBox 88">
            <a:extLst>
              <a:ext uri="{FF2B5EF4-FFF2-40B4-BE49-F238E27FC236}">
                <a16:creationId xmlns:a16="http://schemas.microsoft.com/office/drawing/2014/main" id="{A49BC104-E956-4355-B8AA-08570F0DCC71}"/>
              </a:ext>
            </a:extLst>
          </p:cNvPr>
          <p:cNvSpPr txBox="1"/>
          <p:nvPr userDrawn="1"/>
        </p:nvSpPr>
        <p:spPr>
          <a:xfrm>
            <a:off x="8791426" y="3422022"/>
            <a:ext cx="42364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222C33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PoP</a:t>
            </a:r>
          </a:p>
        </p:txBody>
      </p:sp>
      <p:pic>
        <p:nvPicPr>
          <p:cNvPr id="90" name="Picture 89">
            <a:extLst>
              <a:ext uri="{FF2B5EF4-FFF2-40B4-BE49-F238E27FC236}">
                <a16:creationId xmlns:a16="http://schemas.microsoft.com/office/drawing/2014/main" id="{951EF95D-18E8-4B1D-B614-3AC39BF5FC22}"/>
              </a:ext>
            </a:extLst>
          </p:cNvPr>
          <p:cNvPicPr>
            <a:picLocks noChangeAspect="1"/>
          </p:cNvPicPr>
          <p:nvPr userDrawn="1"/>
        </p:nvPicPr>
        <p:blipFill>
          <a:blip r:embed="rId2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069494" y="2448090"/>
            <a:ext cx="2095148" cy="2279779"/>
          </a:xfrm>
          <a:prstGeom prst="rect">
            <a:avLst/>
          </a:prstGeom>
        </p:spPr>
      </p:pic>
      <p:sp>
        <p:nvSpPr>
          <p:cNvPr id="91" name="TextBox 90">
            <a:extLst>
              <a:ext uri="{FF2B5EF4-FFF2-40B4-BE49-F238E27FC236}">
                <a16:creationId xmlns:a16="http://schemas.microsoft.com/office/drawing/2014/main" id="{3E24F8E3-EF1A-4D74-8D2C-5B22B4E866F1}"/>
              </a:ext>
            </a:extLst>
          </p:cNvPr>
          <p:cNvSpPr txBox="1"/>
          <p:nvPr userDrawn="1"/>
        </p:nvSpPr>
        <p:spPr>
          <a:xfrm>
            <a:off x="5661841" y="3181223"/>
            <a:ext cx="91377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srgbClr val="158864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Converged Network &amp; Security </a:t>
            </a:r>
          </a:p>
        </p:txBody>
      </p:sp>
      <p:sp>
        <p:nvSpPr>
          <p:cNvPr id="92" name="Rectangle 91">
            <a:extLst>
              <a:ext uri="{FF2B5EF4-FFF2-40B4-BE49-F238E27FC236}">
                <a16:creationId xmlns:a16="http://schemas.microsoft.com/office/drawing/2014/main" id="{BCCFB2DF-E815-4E59-8B20-43532D017B3F}"/>
              </a:ext>
            </a:extLst>
          </p:cNvPr>
          <p:cNvSpPr/>
          <p:nvPr userDrawn="1"/>
        </p:nvSpPr>
        <p:spPr>
          <a:xfrm>
            <a:off x="0" y="1143000"/>
            <a:ext cx="12192000" cy="5005137"/>
          </a:xfrm>
          <a:prstGeom prst="rect">
            <a:avLst/>
          </a:prstGeom>
          <a:solidFill>
            <a:srgbClr val="FFFFFF">
              <a:alpha val="90000"/>
            </a:srgbClr>
          </a:solidFill>
          <a:ln w="9525">
            <a:noFill/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B1D601E-79A4-4C4A-BCE9-118BAB20A5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0D04CB8-485A-46FF-AC30-BDF406EEA1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44D272-7787-42F5-8E85-5772E5920C77}" type="datetimeFigureOut">
              <a:rPr lang="en-US" smtClean="0"/>
              <a:t>11/10/25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45F36A8-BAF9-4FD8-A836-D12878DEA3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FF6267A-62F2-48A8-BAA4-576130486E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527A84-62A5-40F8-9ABB-C2EE3BC8218F}" type="slidenum">
              <a:rPr lang="en-US" smtClean="0"/>
              <a:t>‹#›</a:t>
            </a:fld>
            <a:endParaRPr lang="en-US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E8D0FBCD-EE24-4372-BC98-BF8E948DD28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83220" y="558913"/>
            <a:ext cx="11561104" cy="714375"/>
          </a:xfrm>
        </p:spPr>
        <p:txBody>
          <a:bodyPr lIns="0" rIns="0"/>
          <a:lstStyle>
            <a:lvl1pPr marL="0" indent="0">
              <a:buFontTx/>
              <a:buNone/>
              <a:defRPr/>
            </a:lvl1pPr>
            <a:lvl2pPr marL="228600" indent="0">
              <a:buNone/>
              <a:defRPr/>
            </a:lvl2pPr>
          </a:lstStyle>
          <a:p>
            <a:pPr lvl="0"/>
            <a:r>
              <a:rPr lang="en-GB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34027366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Slide Number Placeholder 22">
            <a:extLst>
              <a:ext uri="{FF2B5EF4-FFF2-40B4-BE49-F238E27FC236}">
                <a16:creationId xmlns:a16="http://schemas.microsoft.com/office/drawing/2014/main" id="{9C95DEF5-A558-43EB-94D4-E325E1CB5DE2}"/>
              </a:ext>
            </a:extLst>
          </p:cNvPr>
          <p:cNvSpPr txBox="1">
            <a:spLocks/>
          </p:cNvSpPr>
          <p:nvPr userDrawn="1"/>
        </p:nvSpPr>
        <p:spPr>
          <a:xfrm>
            <a:off x="11720468" y="6518553"/>
            <a:ext cx="408632" cy="24466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900" kern="1200">
                <a:solidFill>
                  <a:schemeClr val="bg1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2888EE3E-AEEC-954C-BC2F-BB88D43739C2}" type="slidenum">
              <a:rPr lang="en-IL" smtClean="0"/>
              <a:pPr/>
              <a:t>‹#›</a:t>
            </a:fld>
            <a:endParaRPr lang="en-IL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B1D601E-79A4-4C4A-BCE9-118BAB20A5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0D04CB8-485A-46FF-AC30-BDF406EEA1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44D272-7787-42F5-8E85-5772E5920C77}" type="datetimeFigureOut">
              <a:rPr lang="en-US" smtClean="0"/>
              <a:t>11/10/25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45F36A8-BAF9-4FD8-A836-D12878DEA3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FF6267A-62F2-48A8-BAA4-576130486E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527A84-62A5-40F8-9ABB-C2EE3BC8218F}" type="slidenum">
              <a:rPr lang="en-US" smtClean="0"/>
              <a:t>‹#›</a:t>
            </a:fld>
            <a:endParaRPr lang="en-US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E8D0FBCD-EE24-4372-BC98-BF8E948DD28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83220" y="558913"/>
            <a:ext cx="11561104" cy="714375"/>
          </a:xfrm>
        </p:spPr>
        <p:txBody>
          <a:bodyPr lIns="0" rIns="0"/>
          <a:lstStyle>
            <a:lvl1pPr marL="0" indent="0">
              <a:buFontTx/>
              <a:buNone/>
              <a:defRPr/>
            </a:lvl1pPr>
            <a:lvl2pPr marL="228600" indent="0">
              <a:buNone/>
              <a:defRPr/>
            </a:lvl2pPr>
          </a:lstStyle>
          <a:p>
            <a:pPr lvl="0"/>
            <a:r>
              <a:rPr lang="en-GB"/>
              <a:t>Click to edit Master text styles</a:t>
            </a:r>
          </a:p>
        </p:txBody>
      </p:sp>
      <p:pic>
        <p:nvPicPr>
          <p:cNvPr id="93" name="תמונה 39">
            <a:extLst>
              <a:ext uri="{FF2B5EF4-FFF2-40B4-BE49-F238E27FC236}">
                <a16:creationId xmlns:a16="http://schemas.microsoft.com/office/drawing/2014/main" id="{17FB6B68-B667-44AC-BCC1-D2C4CE522F64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10000"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83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3979" y="1115012"/>
            <a:ext cx="11642757" cy="56482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8344648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Slide Number Placeholder 22">
            <a:extLst>
              <a:ext uri="{FF2B5EF4-FFF2-40B4-BE49-F238E27FC236}">
                <a16:creationId xmlns:a16="http://schemas.microsoft.com/office/drawing/2014/main" id="{9C95DEF5-A558-43EB-94D4-E325E1CB5DE2}"/>
              </a:ext>
            </a:extLst>
          </p:cNvPr>
          <p:cNvSpPr txBox="1">
            <a:spLocks/>
          </p:cNvSpPr>
          <p:nvPr userDrawn="1"/>
        </p:nvSpPr>
        <p:spPr>
          <a:xfrm>
            <a:off x="11720468" y="6518553"/>
            <a:ext cx="408632" cy="24466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900" kern="1200">
                <a:solidFill>
                  <a:schemeClr val="bg1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2888EE3E-AEEC-954C-BC2F-BB88D43739C2}" type="slidenum">
              <a:rPr lang="en-IL" smtClean="0"/>
              <a:pPr/>
              <a:t>‹#›</a:t>
            </a:fld>
            <a:endParaRPr lang="en-IL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B1D601E-79A4-4C4A-BCE9-118BAB20A5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52624" y="134181"/>
            <a:ext cx="9791700" cy="424732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0D04CB8-485A-46FF-AC30-BDF406EEA1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44D272-7787-42F5-8E85-5772E5920C77}" type="datetimeFigureOut">
              <a:rPr lang="en-US" smtClean="0"/>
              <a:t>11/10/25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45F36A8-BAF9-4FD8-A836-D12878DEA3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FF6267A-62F2-48A8-BAA4-576130486E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527A84-62A5-40F8-9ABB-C2EE3BC8218F}" type="slidenum">
              <a:rPr lang="en-US" smtClean="0"/>
              <a:t>‹#›</a:t>
            </a:fld>
            <a:endParaRPr lang="en-US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E8D0FBCD-EE24-4372-BC98-BF8E948DD28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952624" y="558913"/>
            <a:ext cx="9791699" cy="714375"/>
          </a:xfrm>
        </p:spPr>
        <p:txBody>
          <a:bodyPr lIns="0" rIns="0"/>
          <a:lstStyle>
            <a:lvl1pPr marL="0" indent="0">
              <a:buFontTx/>
              <a:buNone/>
              <a:defRPr/>
            </a:lvl1pPr>
            <a:lvl2pPr marL="228600" indent="0">
              <a:buNone/>
              <a:defRPr/>
            </a:lvl2pPr>
          </a:lstStyle>
          <a:p>
            <a:pPr lvl="0"/>
            <a:r>
              <a:rPr lang="en-GB"/>
              <a:t>Click to edit Master text styles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145E9378-966F-47B6-8719-5A2437B5A700}"/>
              </a:ext>
            </a:extLst>
          </p:cNvPr>
          <p:cNvCxnSpPr>
            <a:cxnSpLocks/>
          </p:cNvCxnSpPr>
          <p:nvPr userDrawn="1"/>
        </p:nvCxnSpPr>
        <p:spPr>
          <a:xfrm>
            <a:off x="1719618" y="0"/>
            <a:ext cx="0" cy="1173707"/>
          </a:xfrm>
          <a:prstGeom prst="line">
            <a:avLst/>
          </a:prstGeom>
          <a:ln w="6350" cmpd="sng">
            <a:solidFill>
              <a:schemeClr val="bg1">
                <a:lumMod val="85000"/>
              </a:schemeClr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9130358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le and Conten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1D601E-79A4-4C4A-BCE9-118BAB20A5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59920" y="1753277"/>
            <a:ext cx="7331806" cy="424732"/>
          </a:xfrm>
        </p:spPr>
        <p:txBody>
          <a:bodyPr/>
          <a:lstStyle>
            <a:lvl1pPr>
              <a:defRPr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7146724-E269-4C09-9307-64D5607F673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57675" y="2349459"/>
            <a:ext cx="7334250" cy="3535383"/>
          </a:xfrm>
        </p:spPr>
        <p:txBody>
          <a:bodyPr/>
          <a:lstStyle>
            <a:lvl1pPr marL="457200" indent="-457200">
              <a:buFont typeface="+mj-lt"/>
              <a:buAutoNum type="arabicPeriod"/>
              <a:defRPr>
                <a:solidFill>
                  <a:schemeClr val="bg1"/>
                </a:solidFill>
              </a:defRPr>
            </a:lvl1pPr>
            <a:lvl2pPr marL="571500" indent="-342900">
              <a:buFont typeface="+mj-lt"/>
              <a:buAutoNum type="arabicPeriod"/>
              <a:defRPr>
                <a:solidFill>
                  <a:schemeClr val="bg1"/>
                </a:solidFill>
              </a:defRPr>
            </a:lvl2pPr>
            <a:lvl3pPr marL="800100" indent="-342900">
              <a:buFont typeface="+mj-lt"/>
              <a:buAutoNum type="arabicPeriod"/>
              <a:defRPr>
                <a:solidFill>
                  <a:schemeClr val="bg1"/>
                </a:solidFill>
              </a:defRPr>
            </a:lvl3pPr>
            <a:lvl4pPr marL="1028700" indent="-342900">
              <a:buFont typeface="+mj-lt"/>
              <a:buAutoNum type="arabicPeriod"/>
              <a:defRPr>
                <a:solidFill>
                  <a:schemeClr val="bg1"/>
                </a:solidFill>
              </a:defRPr>
            </a:lvl4pPr>
            <a:lvl5pPr>
              <a:buFont typeface="+mj-lt"/>
              <a:buAutoNum type="arabicPeriod"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0D04CB8-485A-46FF-AC30-BDF406EEA1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44D272-7787-42F5-8E85-5772E5920C77}" type="datetimeFigureOut">
              <a:rPr lang="en-US" smtClean="0"/>
              <a:t>11/10/25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45F36A8-BAF9-4FD8-A836-D12878DEA3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FF6267A-62F2-48A8-BAA4-576130486E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527A84-62A5-40F8-9ABB-C2EE3BC8218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987772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17254A-0B81-4DFB-9926-D523EAF978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5448" y="2676272"/>
            <a:ext cx="11561105" cy="480131"/>
          </a:xfrm>
        </p:spPr>
        <p:txBody>
          <a:bodyPr/>
          <a:lstStyle>
            <a:lvl1pPr algn="ctr">
              <a:defRPr sz="2800" b="0">
                <a:solidFill>
                  <a:schemeClr val="bg1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4302C2B-9D94-41E6-8C08-4727B385E09F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414839" y="996387"/>
            <a:ext cx="1362328" cy="565494"/>
          </a:xfrm>
          <a:prstGeom prst="rect">
            <a:avLst/>
          </a:prstGeom>
        </p:spPr>
      </p:pic>
      <p:pic>
        <p:nvPicPr>
          <p:cNvPr id="7" name="Picture 6">
            <a:hlinkClick r:id="rId3"/>
            <a:extLst>
              <a:ext uri="{FF2B5EF4-FFF2-40B4-BE49-F238E27FC236}">
                <a16:creationId xmlns:a16="http://schemas.microsoft.com/office/drawing/2014/main" id="{1F85FB81-12EA-4F6B-A72A-4B3C8E0D4DBF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5249482" y="3862252"/>
            <a:ext cx="324000" cy="324000"/>
          </a:xfrm>
          <a:prstGeom prst="rect">
            <a:avLst/>
          </a:prstGeom>
        </p:spPr>
      </p:pic>
      <p:pic>
        <p:nvPicPr>
          <p:cNvPr id="8" name="Picture 7">
            <a:hlinkClick r:id="rId5"/>
            <a:extLst>
              <a:ext uri="{FF2B5EF4-FFF2-40B4-BE49-F238E27FC236}">
                <a16:creationId xmlns:a16="http://schemas.microsoft.com/office/drawing/2014/main" id="{936E5ED6-C61A-4AC2-8AC5-49000EE11679}"/>
              </a:ext>
            </a:extLst>
          </p:cNvPr>
          <p:cNvPicPr>
            <a:picLocks noChangeAspect="1"/>
          </p:cNvPicPr>
          <p:nvPr userDrawn="1"/>
        </p:nvPicPr>
        <p:blipFill>
          <a:blip r:embed="rId6"/>
          <a:stretch>
            <a:fillRect/>
          </a:stretch>
        </p:blipFill>
        <p:spPr>
          <a:xfrm>
            <a:off x="5937792" y="3862252"/>
            <a:ext cx="324000" cy="324000"/>
          </a:xfrm>
          <a:prstGeom prst="rect">
            <a:avLst/>
          </a:prstGeom>
        </p:spPr>
      </p:pic>
      <p:pic>
        <p:nvPicPr>
          <p:cNvPr id="9" name="Picture 8">
            <a:hlinkClick r:id="rId7"/>
            <a:extLst>
              <a:ext uri="{FF2B5EF4-FFF2-40B4-BE49-F238E27FC236}">
                <a16:creationId xmlns:a16="http://schemas.microsoft.com/office/drawing/2014/main" id="{A3598CEF-0330-4423-84C1-B585F37B5582}"/>
              </a:ext>
            </a:extLst>
          </p:cNvPr>
          <p:cNvPicPr>
            <a:picLocks noChangeAspect="1"/>
          </p:cNvPicPr>
          <p:nvPr userDrawn="1"/>
        </p:nvPicPr>
        <p:blipFill>
          <a:blip r:embed="rId8"/>
          <a:stretch>
            <a:fillRect/>
          </a:stretch>
        </p:blipFill>
        <p:spPr>
          <a:xfrm>
            <a:off x="6626103" y="3871296"/>
            <a:ext cx="324000" cy="324000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1A442F28-7EEE-498B-9360-086D79CA9199}"/>
              </a:ext>
            </a:extLst>
          </p:cNvPr>
          <p:cNvSpPr txBox="1"/>
          <p:nvPr userDrawn="1"/>
        </p:nvSpPr>
        <p:spPr>
          <a:xfrm>
            <a:off x="4564372" y="1815649"/>
            <a:ext cx="339484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>
                <a:solidFill>
                  <a:schemeClr val="bg1"/>
                </a:solidFill>
              </a:rPr>
              <a:t>Cato SASE. Ready for Whatever’s Next.</a:t>
            </a:r>
          </a:p>
        </p:txBody>
      </p:sp>
    </p:spTree>
    <p:extLst>
      <p:ext uri="{BB962C8B-B14F-4D97-AF65-F5344CB8AC3E}">
        <p14:creationId xmlns:p14="http://schemas.microsoft.com/office/powerpoint/2010/main" val="179165356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_and_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29E45DD1-FD64-0540-9527-100B5BAAD1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4138" y="186990"/>
            <a:ext cx="11245946" cy="428588"/>
          </a:xfrm>
          <a:prstGeom prst="rect">
            <a:avLst/>
          </a:prstGeom>
        </p:spPr>
        <p:txBody>
          <a:bodyPr lIns="0"/>
          <a:lstStyle>
            <a:lvl1pPr algn="l">
              <a:defRPr sz="2400" b="1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7" name="Text Placeholder 9">
            <a:extLst>
              <a:ext uri="{FF2B5EF4-FFF2-40B4-BE49-F238E27FC236}">
                <a16:creationId xmlns:a16="http://schemas.microsoft.com/office/drawing/2014/main" id="{EFF29200-DFCC-A144-AAAE-5D0C7E5464D9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314138" y="615577"/>
            <a:ext cx="9063038" cy="385213"/>
          </a:xfrm>
          <a:prstGeom prst="rect">
            <a:avLst/>
          </a:prstGeom>
        </p:spPr>
        <p:txBody>
          <a:bodyPr lIns="0" rIns="0" anchor="t" anchorCtr="0">
            <a:noAutofit/>
          </a:bodyPr>
          <a:lstStyle>
            <a:lvl1pPr marL="285750" indent="-285750">
              <a:buFontTx/>
              <a:buNone/>
              <a:defRPr lang="en-US" sz="2000" smtClean="0">
                <a:solidFill>
                  <a:schemeClr val="tx1"/>
                </a:solidFill>
              </a:defRPr>
            </a:lvl1pPr>
            <a:lvl2pPr>
              <a:defRPr lang="en-US" smtClean="0"/>
            </a:lvl2pPr>
            <a:lvl3pPr>
              <a:defRPr lang="en-US" smtClean="0"/>
            </a:lvl3pPr>
            <a:lvl4pPr>
              <a:defRPr lang="en-US" smtClean="0"/>
            </a:lvl4pPr>
            <a:lvl5pPr>
              <a:defRPr lang="en-US"/>
            </a:lvl5pPr>
          </a:lstStyle>
          <a:p>
            <a:pPr marL="0" lvl="0" indent="0" defTabSz="914377" latinLnBrk="0"/>
            <a:r>
              <a:rPr lang="en-US"/>
              <a:t>Click to edit Master text styles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AFB5DB6-AEB8-A74A-9CF5-A587BCDDDDB8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314325" y="1165225"/>
            <a:ext cx="11026775" cy="5091113"/>
          </a:xfrm>
          <a:prstGeom prst="rect">
            <a:avLst/>
          </a:prstGeom>
        </p:spPr>
        <p:txBody>
          <a:bodyPr/>
          <a:lstStyle>
            <a:lvl1pPr>
              <a:defRPr sz="2000"/>
            </a:lvl1pPr>
            <a:lvl2pPr>
              <a:defRPr sz="1800"/>
            </a:lvl2pPr>
            <a:lvl3pPr marL="457200" indent="0">
              <a:buNone/>
              <a:defRPr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979799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14342BA-C0C7-4B92-A3B0-28D958E430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3219" y="134181"/>
            <a:ext cx="11561105" cy="424732"/>
          </a:xfrm>
          <a:prstGeom prst="rect">
            <a:avLst/>
          </a:prstGeom>
        </p:spPr>
        <p:txBody>
          <a:bodyPr vert="horz" wrap="square" lIns="0" tIns="45720" rIns="0" bIns="45720" rtlCol="0" anchor="t" anchorCtr="0">
            <a:sp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DD79E5E-3ABE-4681-8D48-1BC683D9011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83220" y="1294662"/>
            <a:ext cx="11561104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27E0323-8A40-4138-9D5E-5EAB16992FE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2954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fld id="{8744D272-7787-42F5-8E85-5772E5920C77}" type="datetimeFigureOut">
              <a:rPr lang="en-US" smtClean="0"/>
              <a:pPr/>
              <a:t>11/10/25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1E65438-486D-49FD-96B6-77EDEC541D8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362914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BE18855-E68B-41AB-A58C-334AEAA4106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639372" y="6356350"/>
            <a:ext cx="42923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fld id="{37527A84-62A5-40F8-9ABB-C2EE3BC8218F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AB4C70CE-EB63-40B3-A208-4E959621EA0E}"/>
              </a:ext>
            </a:extLst>
          </p:cNvPr>
          <p:cNvPicPr>
            <a:picLocks noChangeAspect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3220" y="6304547"/>
            <a:ext cx="918763" cy="4586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8893411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1" r:id="rId2"/>
    <p:sldLayoutId id="2147483660" r:id="rId3"/>
    <p:sldLayoutId id="2147483662" r:id="rId4"/>
    <p:sldLayoutId id="2147483652" r:id="rId5"/>
    <p:sldLayoutId id="2147483663" r:id="rId6"/>
    <p:sldLayoutId id="2147483664" r:id="rId7"/>
    <p:sldLayoutId id="2147483665" r:id="rId8"/>
    <p:sldLayoutId id="2147483668" r:id="rId9"/>
    <p:sldLayoutId id="2147483666" r:id="rId10"/>
    <p:sldLayoutId id="214748366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2400" b="1" kern="1200">
          <a:solidFill>
            <a:schemeClr val="accent1"/>
          </a:solidFill>
          <a:latin typeface="+mn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Clr>
          <a:schemeClr val="accent1"/>
        </a:buClr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228600" algn="l" defTabSz="914400" rtl="0" eaLnBrk="1" latinLnBrk="0" hangingPunct="1">
        <a:lnSpc>
          <a:spcPct val="90000"/>
        </a:lnSpc>
        <a:spcBef>
          <a:spcPts val="500"/>
        </a:spcBef>
        <a:buClr>
          <a:schemeClr val="accent1"/>
        </a:buClr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indent="-228600" algn="l" defTabSz="914400" rtl="0" eaLnBrk="1" latinLnBrk="0" hangingPunct="1">
        <a:lnSpc>
          <a:spcPct val="90000"/>
        </a:lnSpc>
        <a:spcBef>
          <a:spcPts val="500"/>
        </a:spcBef>
        <a:buClr>
          <a:schemeClr val="accent1"/>
        </a:buClr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914400" indent="-228600" algn="l" defTabSz="914400" rtl="0" eaLnBrk="1" latinLnBrk="0" hangingPunct="1">
        <a:lnSpc>
          <a:spcPct val="90000"/>
        </a:lnSpc>
        <a:spcBef>
          <a:spcPts val="500"/>
        </a:spcBef>
        <a:buClr>
          <a:schemeClr val="accent1"/>
        </a:buClr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143000" indent="-228600" algn="l" defTabSz="914400" rtl="0" eaLnBrk="1" latinLnBrk="0" hangingPunct="1">
        <a:lnSpc>
          <a:spcPct val="90000"/>
        </a:lnSpc>
        <a:spcBef>
          <a:spcPts val="500"/>
        </a:spcBef>
        <a:buClr>
          <a:schemeClr val="accent1"/>
        </a:buClr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62051145-21E8-47F6-BBCA-EF759715C5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2026795"/>
            <a:ext cx="8626475" cy="840230"/>
          </a:xfrm>
        </p:spPr>
        <p:txBody>
          <a:bodyPr/>
          <a:lstStyle/>
          <a:p>
            <a:r>
              <a:rPr lang="en-US"/>
              <a:t>Migration	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EBFD940-E0AB-4011-8B15-F575C0A459E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900166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8EF14C1-AAAB-4FD0-270C-C535CEE0E2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29601E96-54E0-28EA-A2CA-C345A123931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 lvl="1">
              <a:buFont typeface="Courier New" panose="02070309020205020404" pitchFamily="49" charset="0"/>
              <a:buChar char="o"/>
            </a:pPr>
            <a:r>
              <a:rPr lang="en-US" dirty="0">
                <a:cs typeface="Calibri"/>
              </a:rPr>
              <a:t>Co-existence during migration 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en-US" dirty="0">
                <a:cs typeface="Calibri"/>
              </a:rPr>
              <a:t>Moving from MPLS to any to an elegant future network design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en-US" dirty="0">
                <a:cs typeface="Calibri"/>
              </a:rPr>
              <a:t>Seamless integration </a:t>
            </a:r>
            <a:endParaRPr lang="en-US" dirty="0"/>
          </a:p>
          <a:p>
            <a:pPr lvl="1">
              <a:buFont typeface="Courier New" panose="020B0604020202020204" pitchFamily="34" charset="0"/>
              <a:buChar char="o"/>
            </a:pPr>
            <a:r>
              <a:rPr lang="en-US" dirty="0">
                <a:cs typeface="Calibri"/>
              </a:rPr>
              <a:t>Minimize service disruption 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en-US" dirty="0">
                <a:cs typeface="Calibri"/>
              </a:rPr>
              <a:t>Allow for new sites to talk to current sites</a:t>
            </a:r>
            <a:endParaRPr lang="en-US" dirty="0"/>
          </a:p>
          <a:p>
            <a:pPr marL="228600" lvl="1" indent="0">
              <a:buNone/>
            </a:pPr>
            <a:endParaRPr lang="en-US" dirty="0">
              <a:cs typeface="Calibri"/>
            </a:endParaRPr>
          </a:p>
          <a:p>
            <a:pPr lvl="1">
              <a:buFont typeface="Courier New" panose="020B0604020202020204" pitchFamily="34" charset="0"/>
              <a:buChar char="o"/>
            </a:pPr>
            <a:endParaRPr lang="en-US" dirty="0">
              <a:cs typeface="Calibri"/>
            </a:endParaRPr>
          </a:p>
          <a:p>
            <a:pPr lvl="1">
              <a:buFont typeface="Courier New" panose="020B0604020202020204" pitchFamily="34" charset="0"/>
              <a:buChar char="o"/>
            </a:pPr>
            <a:endParaRPr lang="en-US" dirty="0">
              <a:cs typeface="Calibri"/>
            </a:endParaRPr>
          </a:p>
          <a:p>
            <a:pPr lvl="1">
              <a:buFont typeface="Courier New" panose="020B0604020202020204" pitchFamily="34" charset="0"/>
              <a:buChar char="o"/>
            </a:pPr>
            <a:endParaRPr lang="en-US" dirty="0">
              <a:cs typeface="Calibri"/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0AB157A3-1FC6-6BD3-0778-14ECDEACDB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3219" y="249684"/>
            <a:ext cx="11561105" cy="424732"/>
          </a:xfrm>
        </p:spPr>
        <p:txBody>
          <a:bodyPr/>
          <a:lstStyle/>
          <a:p>
            <a:r>
              <a:rPr lang="en-US" dirty="0">
                <a:cs typeface="Calibri"/>
              </a:rPr>
              <a:t>Overview of Business Objectives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2127290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F9EB6F-4D69-AF4C-B5B5-3FAE767899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4138" y="257333"/>
            <a:ext cx="11245946" cy="428588"/>
          </a:xfrm>
        </p:spPr>
        <p:txBody>
          <a:bodyPr/>
          <a:lstStyle/>
          <a:p>
            <a:r>
              <a:rPr lang="en-US"/>
              <a:t>Co-existence during migration</a:t>
            </a:r>
          </a:p>
        </p:txBody>
      </p:sp>
      <p:pic>
        <p:nvPicPr>
          <p:cNvPr id="4" name="Picture 3" descr="A screenshot of a computer&#10;&#10;Description automatically generated with medium confidence">
            <a:extLst>
              <a:ext uri="{FF2B5EF4-FFF2-40B4-BE49-F238E27FC236}">
                <a16:creationId xmlns:a16="http://schemas.microsoft.com/office/drawing/2014/main" id="{82EB345F-ADB4-1B42-B948-07843B7DB3E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331474"/>
            <a:ext cx="12192000" cy="65265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3773852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58B1D187-D362-4B73-AD63-B3D43241031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 marL="228600" lvl="1" indent="0">
              <a:buNone/>
            </a:pPr>
            <a:endParaRPr lang="en-US" dirty="0">
              <a:cs typeface="Calibri"/>
            </a:endParaRPr>
          </a:p>
          <a:p>
            <a:pPr lvl="1">
              <a:buFont typeface="Courier New" panose="020B0604020202020204" pitchFamily="34" charset="0"/>
              <a:buChar char="o"/>
            </a:pPr>
            <a:endParaRPr lang="en-US" dirty="0">
              <a:cs typeface="Calibri"/>
            </a:endParaRPr>
          </a:p>
          <a:p>
            <a:pPr lvl="1">
              <a:buFont typeface="Courier New" panose="020B0604020202020204" pitchFamily="34" charset="0"/>
              <a:buChar char="o"/>
            </a:pPr>
            <a:endParaRPr lang="en-US" dirty="0">
              <a:cs typeface="Calibri"/>
            </a:endParaRPr>
          </a:p>
          <a:p>
            <a:pPr lvl="1">
              <a:buFont typeface="Courier New" panose="020B0604020202020204" pitchFamily="34" charset="0"/>
              <a:buChar char="o"/>
            </a:pPr>
            <a:endParaRPr lang="en-US" dirty="0">
              <a:cs typeface="Calibri"/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E0F7FFC9-E698-6936-5341-493C7A203C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3219" y="249684"/>
            <a:ext cx="11561105" cy="424732"/>
          </a:xfrm>
        </p:spPr>
        <p:txBody>
          <a:bodyPr/>
          <a:lstStyle/>
          <a:p>
            <a:r>
              <a:rPr lang="en-US" dirty="0">
                <a:cs typeface="Calibri"/>
              </a:rPr>
              <a:t>How to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264319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cato 2019">
      <a:dk1>
        <a:srgbClr val="222C33"/>
      </a:dk1>
      <a:lt1>
        <a:srgbClr val="FFFFFF"/>
      </a:lt1>
      <a:dk2>
        <a:srgbClr val="222222"/>
      </a:dk2>
      <a:lt2>
        <a:srgbClr val="FAFAFA"/>
      </a:lt2>
      <a:accent1>
        <a:srgbClr val="158864"/>
      </a:accent1>
      <a:accent2>
        <a:srgbClr val="127958"/>
      </a:accent2>
      <a:accent3>
        <a:srgbClr val="0C513B"/>
      </a:accent3>
      <a:accent4>
        <a:srgbClr val="FF715B"/>
      </a:accent4>
      <a:accent5>
        <a:srgbClr val="FDCA0B"/>
      </a:accent5>
      <a:accent6>
        <a:srgbClr val="FAA934"/>
      </a:accent6>
      <a:hlink>
        <a:srgbClr val="0277BD"/>
      </a:hlink>
      <a:folHlink>
        <a:srgbClr val="03A9F4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PT TEMPLATE 2022 06.potx" id="{C0F50A09-C38A-4BC0-AD93-17F5AD48579C}" vid="{DC00E7B4-0CF7-47E3-99ED-6FD79A895882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9372A94E03C407419BC564D94F1A306B" ma:contentTypeVersion="20" ma:contentTypeDescription="Create a new document." ma:contentTypeScope="" ma:versionID="3a9d07db75eae5e93368a66dd9af4942">
  <xsd:schema xmlns:xsd="http://www.w3.org/2001/XMLSchema" xmlns:xs="http://www.w3.org/2001/XMLSchema" xmlns:p="http://schemas.microsoft.com/office/2006/metadata/properties" xmlns:ns2="59af04aa-14d6-4764-88c2-31407ba52b8d" xmlns:ns3="d5da3514-3b6b-4ccd-bd93-9b0746cba409" targetNamespace="http://schemas.microsoft.com/office/2006/metadata/properties" ma:root="true" ma:fieldsID="ea9c9feb99b11f611c6593e49cded2de" ns2:_="" ns3:_="">
    <xsd:import namespace="59af04aa-14d6-4764-88c2-31407ba52b8d"/>
    <xsd:import namespace="d5da3514-3b6b-4ccd-bd93-9b0746cba409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3:SharedWithUsers" minOccurs="0"/>
                <xsd:element ref="ns3:SharedWithDetails" minOccurs="0"/>
                <xsd:element ref="ns2:MediaServiceDateTaken" minOccurs="0"/>
                <xsd:element ref="ns2:MediaServiceAutoKeyPoints" minOccurs="0"/>
                <xsd:element ref="ns2:MediaServiceKeyPoints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SearchProperties" minOccurs="0"/>
                <xsd:element ref="ns2:MediaServiceObjectDetectorVersions" minOccurs="0"/>
                <xsd:element ref="ns2:_Flow_SignoffStatus" minOccurs="0"/>
                <xsd:element ref="ns2:MediaServiceBillingMetadata" minOccurs="0"/>
                <xsd:element ref="ns2:MediaServiceLocatio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9af04aa-14d6-4764-88c2-31407ba52b8d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2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KeyPoints" ma:index="13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4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LengthInSeconds" ma:index="15" nillable="true" ma:displayName="Length (seconds)" ma:internalName="MediaLengthInSeconds" ma:readOnly="true">
      <xsd:simpleType>
        <xsd:restriction base="dms:Unknown"/>
      </xsd:simpleType>
    </xsd:element>
    <xsd:element name="lcf76f155ced4ddcb4097134ff3c332f" ma:index="17" nillable="true" ma:taxonomy="true" ma:internalName="lcf76f155ced4ddcb4097134ff3c332f" ma:taxonomyFieldName="MediaServiceImageTags" ma:displayName="Image Tags" ma:readOnly="false" ma:fieldId="{5cf76f15-5ced-4ddc-b409-7134ff3c332f}" ma:taxonomyMulti="true" ma:sspId="bb4fd814-cd30-4341-b83e-5a3d1412f97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9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20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21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SearchProperties" ma:index="22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23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_Flow_SignoffStatus" ma:index="24" nillable="true" ma:displayName="Sign-off status" ma:internalName="Sign_x002d_off_x0020_status">
      <xsd:simpleType>
        <xsd:restriction base="dms:Text"/>
      </xsd:simpleType>
    </xsd:element>
    <xsd:element name="MediaServiceBillingMetadata" ma:index="25" nillable="true" ma:displayName="MediaServiceBillingMetadata" ma:hidden="true" ma:internalName="MediaServiceBillingMetadata" ma:readOnly="true">
      <xsd:simpleType>
        <xsd:restriction base="dms:Note"/>
      </xsd:simpleType>
    </xsd:element>
    <xsd:element name="MediaServiceLocation" ma:index="26" nillable="true" ma:displayName="Location" ma:indexed="true" ma:internalName="MediaServiceLocation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5da3514-3b6b-4ccd-bd93-9b0746cba409" elementFormDefault="qualified">
    <xsd:import namespace="http://schemas.microsoft.com/office/2006/documentManagement/types"/>
    <xsd:import namespace="http://schemas.microsoft.com/office/infopath/2007/PartnerControls"/>
    <xsd:element name="SharedWithUsers" ma:index="10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1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18" nillable="true" ma:displayName="Taxonomy Catch All Column" ma:hidden="true" ma:list="{ddf6969e-8904-444d-9e9f-a1179b64f1ca}" ma:internalName="TaxCatchAll" ma:showField="CatchAllData" ma:web="d5da3514-3b6b-4ccd-bd93-9b0746cba409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SharedWithUsers xmlns="d5da3514-3b6b-4ccd-bd93-9b0746cba409">
      <UserInfo>
        <DisplayName>Sharon Halbani</DisplayName>
        <AccountId>832</AccountId>
        <AccountType/>
      </UserInfo>
    </SharedWithUsers>
    <lcf76f155ced4ddcb4097134ff3c332f xmlns="59af04aa-14d6-4764-88c2-31407ba52b8d">
      <Terms xmlns="http://schemas.microsoft.com/office/infopath/2007/PartnerControls"/>
    </lcf76f155ced4ddcb4097134ff3c332f>
    <TaxCatchAll xmlns="d5da3514-3b6b-4ccd-bd93-9b0746cba409" xsi:nil="true"/>
    <_Flow_SignoffStatus xmlns="59af04aa-14d6-4764-88c2-31407ba52b8d" xsi:nil="true"/>
  </documentManagement>
</p:properties>
</file>

<file path=customXml/itemProps1.xml><?xml version="1.0" encoding="utf-8"?>
<ds:datastoreItem xmlns:ds="http://schemas.openxmlformats.org/officeDocument/2006/customXml" ds:itemID="{B0923145-6E0A-4660-96DA-F6ABEDC5C4D9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59af04aa-14d6-4764-88c2-31407ba52b8d"/>
    <ds:schemaRef ds:uri="d5da3514-3b6b-4ccd-bd93-9b0746cba409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A00B76D7-C0C3-42FF-97C1-EF20CF65F793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748E23FD-1D3C-4B77-BD11-3F1EF586A9C7}">
  <ds:schemaRefs>
    <ds:schemaRef ds:uri="http://schemas.microsoft.com/office/2006/metadata/properties"/>
    <ds:schemaRef ds:uri="http://purl.org/dc/terms/"/>
    <ds:schemaRef ds:uri="d5da3514-3b6b-4ccd-bd93-9b0746cba409"/>
    <ds:schemaRef ds:uri="http://schemas.openxmlformats.org/package/2006/metadata/core-properties"/>
    <ds:schemaRef ds:uri="http://purl.org/dc/dcmitype/"/>
    <ds:schemaRef ds:uri="http://schemas.microsoft.com/office/2006/documentManagement/types"/>
    <ds:schemaRef ds:uri="http://purl.org/dc/elements/1.1/"/>
    <ds:schemaRef ds:uri="http://schemas.microsoft.com/office/infopath/2007/PartnerControls"/>
    <ds:schemaRef ds:uri="59af04aa-14d6-4764-88c2-31407ba52b8d"/>
    <ds:schemaRef ds:uri="http://www.w3.org/XML/1998/namespace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7303</TotalTime>
  <Words>40</Words>
  <Application>Microsoft Macintosh PowerPoint</Application>
  <PresentationFormat>Widescreen</PresentationFormat>
  <Paragraphs>14</Paragraphs>
  <Slides>4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8" baseType="lpstr">
      <vt:lpstr>Arial</vt:lpstr>
      <vt:lpstr>Calibri</vt:lpstr>
      <vt:lpstr>Courier New</vt:lpstr>
      <vt:lpstr>Office Theme</vt:lpstr>
      <vt:lpstr>Migration </vt:lpstr>
      <vt:lpstr>Overview of Business Objectives</vt:lpstr>
      <vt:lpstr>Co-existence during migration</vt:lpstr>
      <vt:lpstr>How to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Aaron Huggins</dc:creator>
  <cp:lastModifiedBy>Aaron Huggins</cp:lastModifiedBy>
  <cp:revision>2</cp:revision>
  <dcterms:created xsi:type="dcterms:W3CDTF">2024-09-17T11:17:58Z</dcterms:created>
  <dcterms:modified xsi:type="dcterms:W3CDTF">2025-11-10T12:29:28Z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0x0101009372A94E03C407419BC564D94F1A306B</vt:lpwstr>
  </property>
  <property fmtid="{D5CDD505-2E9C-101B-9397-08002B2CF9AE}" pid="3" name="MediaServiceImageTags">
    <vt:lpwstr/>
  </property>
</Properties>
</file>